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6"/>
      <p:bold r:id="rId17"/>
      <p:italic r:id="rId18"/>
      <p:boldItalic r:id="rId19"/>
    </p:embeddedFont>
    <p:embeddedFont>
      <p:font typeface="Roboto" panose="020F0502020204030204" pitchFamily="2" charset="0"/>
      <p:regular r:id="rId20"/>
      <p:bold r:id="rId21"/>
      <p:italic r:id="rId22"/>
      <p:boldItalic r:id="rId23"/>
    </p:embeddedFont>
    <p:embeddedFont>
      <p:font typeface="Roboto Condensed Light" panose="020F0502020204030204" pitchFamily="2" charset="0"/>
      <p:regular r:id="rId24"/>
      <p:bold r:id="rId25"/>
      <p:italic r:id="rId26"/>
      <p:boldItalic r:id="rId27"/>
    </p:embeddedFont>
    <p:embeddedFont>
      <p:font typeface="Squada One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566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ica Grbusic" userId="b72662946df7eada" providerId="LiveId" clId="{A8EECED5-A18C-40B8-A936-3CB21111CA6A}"/>
    <pc:docChg chg="modSld">
      <pc:chgData name="Milica Grbusic" userId="b72662946df7eada" providerId="LiveId" clId="{A8EECED5-A18C-40B8-A936-3CB21111CA6A}" dt="2026-01-26T21:57:25.789" v="0" actId="2711"/>
      <pc:docMkLst>
        <pc:docMk/>
      </pc:docMkLst>
      <pc:sldChg chg="modSp mod">
        <pc:chgData name="Milica Grbusic" userId="b72662946df7eada" providerId="LiveId" clId="{A8EECED5-A18C-40B8-A936-3CB21111CA6A}" dt="2026-01-26T21:57:25.789" v="0" actId="2711"/>
        <pc:sldMkLst>
          <pc:docMk/>
          <pc:sldMk cId="0" sldId="268"/>
        </pc:sldMkLst>
        <pc:spChg chg="mod">
          <ac:chgData name="Milica Grbusic" userId="b72662946df7eada" providerId="LiveId" clId="{A8EECED5-A18C-40B8-A936-3CB21111CA6A}" dt="2026-01-26T21:57:25.789" v="0" actId="2711"/>
          <ac:spMkLst>
            <pc:docMk/>
            <pc:sldMk cId="0" sldId="268"/>
            <ac:spMk id="68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a39e48574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a39e48574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a39e48574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a39e48574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a39e48574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a39e48574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a39e48574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a39e48574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9d319948b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9d319948b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9f7b1142c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9f7b1142c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9e8edfaca3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9e8edfaca3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a39e48574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a39e48574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a39e48574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a39e48574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a39e48574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a39e48574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a39e48574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a39e48574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9e8edfaca3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9e8edfaca3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freepik.es/foto-gratis/macho-angulo-casco-realidad-virtual_7133530.htm" TargetMode="External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4297175" y="2355550"/>
            <a:ext cx="4299000" cy="6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4297175" y="131716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297175" y="2900355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2336850" y="2792565"/>
            <a:ext cx="20856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4721650" y="2781757"/>
            <a:ext cx="20856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 flipH="1">
            <a:off x="4721600" y="462755"/>
            <a:ext cx="3673200" cy="13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ctrTitle" idx="3"/>
          </p:nvPr>
        </p:nvSpPr>
        <p:spPr>
          <a:xfrm>
            <a:off x="2229313" y="2629926"/>
            <a:ext cx="2300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4"/>
          </p:nvPr>
        </p:nvSpPr>
        <p:spPr>
          <a:xfrm>
            <a:off x="4572000" y="2629926"/>
            <a:ext cx="2384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050488" y="1999184"/>
            <a:ext cx="2658200" cy="2384800"/>
          </a:xfrm>
          <a:prstGeom prst="flowChartPreparation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 rot="5400000">
            <a:off x="4435288" y="1999174"/>
            <a:ext cx="2658200" cy="238480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067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4825200" y="1728900"/>
            <a:ext cx="2490300" cy="16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cxnSp>
        <p:nvCxnSpPr>
          <p:cNvPr id="48" name="Google Shape;48;p7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5427750" y="1819787"/>
            <a:ext cx="2857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 flipH="1">
            <a:off x="5427750" y="981587"/>
            <a:ext cx="28575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3" name="Google Shape;5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101725" y="3712858"/>
            <a:ext cx="2175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2"/>
          </p:nvPr>
        </p:nvSpPr>
        <p:spPr>
          <a:xfrm>
            <a:off x="4789400" y="3715662"/>
            <a:ext cx="2175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3"/>
          </p:nvPr>
        </p:nvSpPr>
        <p:spPr>
          <a:xfrm>
            <a:off x="2101725" y="3396845"/>
            <a:ext cx="2175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4"/>
          </p:nvPr>
        </p:nvSpPr>
        <p:spPr>
          <a:xfrm>
            <a:off x="4789400" y="3395392"/>
            <a:ext cx="2157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pic>
        <p:nvPicPr>
          <p:cNvPr id="60" name="Google Shape;6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ctrTitle"/>
          </p:nvPr>
        </p:nvSpPr>
        <p:spPr>
          <a:xfrm flipH="1">
            <a:off x="1187500" y="445025"/>
            <a:ext cx="6784500" cy="17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751762" y="30621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18562" y="-1160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539999" y="1400065"/>
            <a:ext cx="8064000" cy="178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537375" y="3235240"/>
            <a:ext cx="80667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-34698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41479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04897" y="-69508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5663" y="3773854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6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2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ctrTitle" idx="4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6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7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 hasCustomPrompt="1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CUSTOM_3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657228" y="1778585"/>
            <a:ext cx="1959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657228" y="2252441"/>
            <a:ext cx="19593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ctrTitle" idx="2"/>
          </p:nvPr>
        </p:nvSpPr>
        <p:spPr>
          <a:xfrm>
            <a:off x="693636" y="3580934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693636" y="4036206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ctrTitle" idx="4"/>
          </p:nvPr>
        </p:nvSpPr>
        <p:spPr>
          <a:xfrm>
            <a:off x="3207532" y="1784778"/>
            <a:ext cx="179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3188332" y="2252437"/>
            <a:ext cx="1838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ctrTitle" idx="6"/>
          </p:nvPr>
        </p:nvSpPr>
        <p:spPr>
          <a:xfrm>
            <a:off x="3233530" y="358093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7"/>
          </p:nvPr>
        </p:nvSpPr>
        <p:spPr>
          <a:xfrm>
            <a:off x="3157180" y="4036206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ctrTitle" idx="8"/>
          </p:nvPr>
        </p:nvSpPr>
        <p:spPr>
          <a:xfrm>
            <a:off x="579450" y="401450"/>
            <a:ext cx="45930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9" hasCustomPrompt="1"/>
          </p:nvPr>
        </p:nvSpPr>
        <p:spPr>
          <a:xfrm>
            <a:off x="683628" y="1358010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3" hasCustomPrompt="1"/>
          </p:nvPr>
        </p:nvSpPr>
        <p:spPr>
          <a:xfrm>
            <a:off x="693636" y="3141768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4" hasCustomPrompt="1"/>
          </p:nvPr>
        </p:nvSpPr>
        <p:spPr>
          <a:xfrm>
            <a:off x="3180682" y="1370400"/>
            <a:ext cx="1853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15" hasCustomPrompt="1"/>
          </p:nvPr>
        </p:nvSpPr>
        <p:spPr>
          <a:xfrm>
            <a:off x="3233530" y="314177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195283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76" y="-48298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3042082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586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9457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3045130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8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722955" y="3329200"/>
            <a:ext cx="3698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ctrTitle"/>
          </p:nvPr>
        </p:nvSpPr>
        <p:spPr>
          <a:xfrm>
            <a:off x="1710150" y="1328125"/>
            <a:ext cx="57237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079774" y="-405667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988976" y="2112358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CUSTOM_3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4511650" y="3131900"/>
            <a:ext cx="37179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ctrTitle"/>
          </p:nvPr>
        </p:nvSpPr>
        <p:spPr>
          <a:xfrm>
            <a:off x="4511650" y="1054625"/>
            <a:ext cx="37179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25110" y="-501568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213857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>
            <a:spLocks noGrp="1"/>
          </p:cNvSpPr>
          <p:nvPr>
            <p:ph type="ctrTitle"/>
          </p:nvPr>
        </p:nvSpPr>
        <p:spPr>
          <a:xfrm>
            <a:off x="2422500" y="2348625"/>
            <a:ext cx="42990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 hasCustomPrompt="1"/>
          </p:nvPr>
        </p:nvSpPr>
        <p:spPr>
          <a:xfrm>
            <a:off x="2422500" y="1296000"/>
            <a:ext cx="42990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2422500" y="2893425"/>
            <a:ext cx="4299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3143300" y="1928850"/>
            <a:ext cx="28575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ctrTitle"/>
          </p:nvPr>
        </p:nvSpPr>
        <p:spPr>
          <a:xfrm flipH="1">
            <a:off x="2876000" y="709650"/>
            <a:ext cx="33921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8" y="286698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" y="286865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3421663" y="364835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1663" y="-58075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>
            <a:spLocks noGrp="1"/>
          </p:cNvSpPr>
          <p:nvPr>
            <p:ph type="ctrTitle"/>
          </p:nvPr>
        </p:nvSpPr>
        <p:spPr>
          <a:xfrm flipH="1">
            <a:off x="2359650" y="1400650"/>
            <a:ext cx="4424700" cy="9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"/>
          </p:nvPr>
        </p:nvSpPr>
        <p:spPr>
          <a:xfrm>
            <a:off x="2378700" y="2530005"/>
            <a:ext cx="4386600" cy="9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9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1398700" y="2910300"/>
            <a:ext cx="3486000" cy="17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ctrTitle"/>
          </p:nvPr>
        </p:nvSpPr>
        <p:spPr>
          <a:xfrm flipH="1">
            <a:off x="1372450" y="1886100"/>
            <a:ext cx="34860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ctrTitle"/>
          </p:nvPr>
        </p:nvSpPr>
        <p:spPr>
          <a:xfrm>
            <a:off x="5225420" y="1852550"/>
            <a:ext cx="2965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5242550" y="2648825"/>
            <a:ext cx="2930700" cy="12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112650" y="344875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4838200" y="1496605"/>
            <a:ext cx="3242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2"/>
          </p:nvPr>
        </p:nvSpPr>
        <p:spPr>
          <a:xfrm>
            <a:off x="4838200" y="3792973"/>
            <a:ext cx="3242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ctrTitle" idx="3"/>
          </p:nvPr>
        </p:nvSpPr>
        <p:spPr>
          <a:xfrm>
            <a:off x="4838200" y="1336535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ctrTitle" idx="4"/>
          </p:nvPr>
        </p:nvSpPr>
        <p:spPr>
          <a:xfrm>
            <a:off x="4838200" y="3626911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75" y="-5334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4675" y="354977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4226350" y="2752750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4226350" y="441872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 text 5">
  <p:cSld name="CUSTOM_4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subTitle" idx="1"/>
          </p:nvPr>
        </p:nvSpPr>
        <p:spPr>
          <a:xfrm>
            <a:off x="4390050" y="2938200"/>
            <a:ext cx="3405000" cy="17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ctrTitle"/>
          </p:nvPr>
        </p:nvSpPr>
        <p:spPr>
          <a:xfrm flipH="1">
            <a:off x="4114500" y="2004895"/>
            <a:ext cx="3956100" cy="7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823501" y="-1143550"/>
            <a:ext cx="4655626" cy="42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11459" y="252380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ctrTitle" idx="2"/>
          </p:nvPr>
        </p:nvSpPr>
        <p:spPr>
          <a:xfrm>
            <a:off x="2750155" y="1492066"/>
            <a:ext cx="157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1"/>
          </p:nvPr>
        </p:nvSpPr>
        <p:spPr>
          <a:xfrm>
            <a:off x="2750119" y="2192634"/>
            <a:ext cx="1570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ctrTitle" idx="3"/>
          </p:nvPr>
        </p:nvSpPr>
        <p:spPr>
          <a:xfrm>
            <a:off x="4800201" y="1497325"/>
            <a:ext cx="157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ubTitle" idx="4"/>
          </p:nvPr>
        </p:nvSpPr>
        <p:spPr>
          <a:xfrm>
            <a:off x="4800165" y="2192634"/>
            <a:ext cx="1570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ctrTitle" idx="5"/>
          </p:nvPr>
        </p:nvSpPr>
        <p:spPr>
          <a:xfrm>
            <a:off x="3794948" y="3219050"/>
            <a:ext cx="157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ubTitle" idx="6"/>
          </p:nvPr>
        </p:nvSpPr>
        <p:spPr>
          <a:xfrm>
            <a:off x="3753025" y="3910976"/>
            <a:ext cx="16539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 rot="5400000">
            <a:off x="2534502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4"/>
          <p:cNvSpPr/>
          <p:nvPr/>
        </p:nvSpPr>
        <p:spPr>
          <a:xfrm rot="5400000">
            <a:off x="3566117" y="2781995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4"/>
          <p:cNvSpPr/>
          <p:nvPr/>
        </p:nvSpPr>
        <p:spPr>
          <a:xfrm rot="5400000">
            <a:off x="4584549" y="1090938"/>
            <a:ext cx="2001410" cy="17955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62630" y="2659235"/>
            <a:ext cx="2928524" cy="264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3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ctrTitle" idx="2"/>
          </p:nvPr>
        </p:nvSpPr>
        <p:spPr>
          <a:xfrm>
            <a:off x="3716190" y="2062575"/>
            <a:ext cx="157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ubTitle" idx="1"/>
          </p:nvPr>
        </p:nvSpPr>
        <p:spPr>
          <a:xfrm>
            <a:off x="3716190" y="2765019"/>
            <a:ext cx="1570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ctrTitle" idx="3"/>
          </p:nvPr>
        </p:nvSpPr>
        <p:spPr>
          <a:xfrm>
            <a:off x="5910940" y="2066326"/>
            <a:ext cx="157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ubTitle" idx="4"/>
          </p:nvPr>
        </p:nvSpPr>
        <p:spPr>
          <a:xfrm>
            <a:off x="5910940" y="2866007"/>
            <a:ext cx="15702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ctrTitle" idx="5"/>
          </p:nvPr>
        </p:nvSpPr>
        <p:spPr>
          <a:xfrm>
            <a:off x="1521440" y="2062585"/>
            <a:ext cx="157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6"/>
          </p:nvPr>
        </p:nvSpPr>
        <p:spPr>
          <a:xfrm>
            <a:off x="1479590" y="2765029"/>
            <a:ext cx="16539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38825" y="3806025"/>
            <a:ext cx="2957125" cy="266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56536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584314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5"/>
          <p:cNvSpPr/>
          <p:nvPr/>
        </p:nvSpPr>
        <p:spPr>
          <a:xfrm>
            <a:off x="345894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364839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1264190" y="1619951"/>
            <a:ext cx="2084700" cy="1908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1453700" y="1793451"/>
            <a:ext cx="1705800" cy="1561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37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>
            <a:spLocks noGrp="1"/>
          </p:cNvSpPr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ctrTitle" idx="2"/>
          </p:nvPr>
        </p:nvSpPr>
        <p:spPr>
          <a:xfrm>
            <a:off x="3675800" y="1638900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8" name="Google Shape;198;p26"/>
          <p:cNvSpPr txBox="1">
            <a:spLocks noGrp="1"/>
          </p:cNvSpPr>
          <p:nvPr>
            <p:ph type="subTitle" idx="1"/>
          </p:nvPr>
        </p:nvSpPr>
        <p:spPr>
          <a:xfrm>
            <a:off x="3675813" y="2100350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ctrTitle" idx="3"/>
          </p:nvPr>
        </p:nvSpPr>
        <p:spPr>
          <a:xfrm>
            <a:off x="5921301" y="1628801"/>
            <a:ext cx="1818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4"/>
          </p:nvPr>
        </p:nvSpPr>
        <p:spPr>
          <a:xfrm>
            <a:off x="5898455" y="2074101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ctrTitle" idx="5"/>
          </p:nvPr>
        </p:nvSpPr>
        <p:spPr>
          <a:xfrm>
            <a:off x="1413972" y="1638900"/>
            <a:ext cx="188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ubTitle" idx="6"/>
          </p:nvPr>
        </p:nvSpPr>
        <p:spPr>
          <a:xfrm>
            <a:off x="1416400" y="2100350"/>
            <a:ext cx="1883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>
            <a:spLocks noGrp="1"/>
          </p:cNvSpPr>
          <p:nvPr>
            <p:ph type="ctrTitle" idx="7"/>
          </p:nvPr>
        </p:nvSpPr>
        <p:spPr>
          <a:xfrm>
            <a:off x="5920295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subTitle" idx="8"/>
          </p:nvPr>
        </p:nvSpPr>
        <p:spPr>
          <a:xfrm>
            <a:off x="5920252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ctrTitle" idx="9"/>
          </p:nvPr>
        </p:nvSpPr>
        <p:spPr>
          <a:xfrm>
            <a:off x="1413969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subTitle" idx="13"/>
          </p:nvPr>
        </p:nvSpPr>
        <p:spPr>
          <a:xfrm>
            <a:off x="1413926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ctrTitle" idx="14"/>
          </p:nvPr>
        </p:nvSpPr>
        <p:spPr>
          <a:xfrm>
            <a:off x="3675843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subTitle" idx="15"/>
          </p:nvPr>
        </p:nvSpPr>
        <p:spPr>
          <a:xfrm>
            <a:off x="3675800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1366875" y="17058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36077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36077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58486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58486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6"/>
          <p:cNvSpPr/>
          <p:nvPr/>
        </p:nvSpPr>
        <p:spPr>
          <a:xfrm>
            <a:off x="1366875" y="32637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40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ctrTitle"/>
          </p:nvPr>
        </p:nvSpPr>
        <p:spPr>
          <a:xfrm>
            <a:off x="1242600" y="1830975"/>
            <a:ext cx="66588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1"/>
          </p:nvPr>
        </p:nvSpPr>
        <p:spPr>
          <a:xfrm>
            <a:off x="3106675" y="2632418"/>
            <a:ext cx="2930700" cy="12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220" name="Google Shape;220;p27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1" name="Google Shape;22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" y="-96213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266862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1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ubTitle" idx="1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226" name="Google Shape;226;p28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7" name="Google Shape;22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0" y="2134944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5" y="-200131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1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>
            <a:spLocks noGrp="1"/>
          </p:cNvSpPr>
          <p:nvPr>
            <p:ph type="ctrTitle"/>
          </p:nvPr>
        </p:nvSpPr>
        <p:spPr>
          <a:xfrm>
            <a:off x="1250675" y="2994425"/>
            <a:ext cx="66588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subTitle" idx="1"/>
          </p:nvPr>
        </p:nvSpPr>
        <p:spPr>
          <a:xfrm>
            <a:off x="3114750" y="3631076"/>
            <a:ext cx="2930700" cy="6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86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0" y="0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44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>
            <a:spLocks noGrp="1"/>
          </p:cNvSpPr>
          <p:nvPr>
            <p:ph type="title"/>
          </p:nvPr>
        </p:nvSpPr>
        <p:spPr>
          <a:xfrm>
            <a:off x="457200" y="453668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>
            <a:spLocks noGrp="1"/>
          </p:cNvSpPr>
          <p:nvPr>
            <p:ph type="subTitle" idx="1"/>
          </p:nvPr>
        </p:nvSpPr>
        <p:spPr>
          <a:xfrm>
            <a:off x="1638300" y="3524733"/>
            <a:ext cx="1381200" cy="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2"/>
          </p:nvPr>
        </p:nvSpPr>
        <p:spPr>
          <a:xfrm>
            <a:off x="3104700" y="3514233"/>
            <a:ext cx="13971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3"/>
          </p:nvPr>
        </p:nvSpPr>
        <p:spPr>
          <a:xfrm>
            <a:off x="4571100" y="3511408"/>
            <a:ext cx="13812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4"/>
          </p:nvPr>
        </p:nvSpPr>
        <p:spPr>
          <a:xfrm>
            <a:off x="6023400" y="3529870"/>
            <a:ext cx="13971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5"/>
          </p:nvPr>
        </p:nvSpPr>
        <p:spPr>
          <a:xfrm>
            <a:off x="1638300" y="3196233"/>
            <a:ext cx="13971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6"/>
          </p:nvPr>
        </p:nvSpPr>
        <p:spPr>
          <a:xfrm>
            <a:off x="3104700" y="3196233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subTitle" idx="7"/>
          </p:nvPr>
        </p:nvSpPr>
        <p:spPr>
          <a:xfrm>
            <a:off x="4571999" y="3196233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8"/>
          </p:nvPr>
        </p:nvSpPr>
        <p:spPr>
          <a:xfrm>
            <a:off x="6037498" y="3196233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45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>
            <a:spLocks noGrp="1"/>
          </p:cNvSpPr>
          <p:nvPr>
            <p:ph type="subTitle" idx="1"/>
          </p:nvPr>
        </p:nvSpPr>
        <p:spPr>
          <a:xfrm>
            <a:off x="540000" y="3527280"/>
            <a:ext cx="1381200" cy="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2"/>
          </p:nvPr>
        </p:nvSpPr>
        <p:spPr>
          <a:xfrm>
            <a:off x="2741438" y="2077288"/>
            <a:ext cx="13971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3"/>
          </p:nvPr>
        </p:nvSpPr>
        <p:spPr>
          <a:xfrm>
            <a:off x="5033512" y="3516526"/>
            <a:ext cx="13812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4"/>
          </p:nvPr>
        </p:nvSpPr>
        <p:spPr>
          <a:xfrm>
            <a:off x="7214825" y="2077856"/>
            <a:ext cx="13971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subTitle" idx="5"/>
          </p:nvPr>
        </p:nvSpPr>
        <p:spPr>
          <a:xfrm>
            <a:off x="532050" y="3198780"/>
            <a:ext cx="13971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subTitle" idx="6"/>
          </p:nvPr>
        </p:nvSpPr>
        <p:spPr>
          <a:xfrm>
            <a:off x="2749388" y="1759288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subTitle" idx="7"/>
          </p:nvPr>
        </p:nvSpPr>
        <p:spPr>
          <a:xfrm>
            <a:off x="5033512" y="3201351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subTitle" idx="8"/>
          </p:nvPr>
        </p:nvSpPr>
        <p:spPr>
          <a:xfrm>
            <a:off x="7222775" y="1765255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2774288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5058412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7247675" y="2968200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564900" y="1896175"/>
            <a:ext cx="1331400" cy="12609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46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>
            <a:spLocks noGrp="1"/>
          </p:cNvSpPr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263" name="Google Shape;2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>
            <a:spLocks noGrp="1"/>
          </p:cNvSpPr>
          <p:nvPr>
            <p:ph type="subTitle" idx="1"/>
          </p:nvPr>
        </p:nvSpPr>
        <p:spPr>
          <a:xfrm>
            <a:off x="871700" y="2932300"/>
            <a:ext cx="1365600" cy="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subTitle" idx="2"/>
          </p:nvPr>
        </p:nvSpPr>
        <p:spPr>
          <a:xfrm>
            <a:off x="2957400" y="2914675"/>
            <a:ext cx="13971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2"/>
          <p:cNvSpPr txBox="1">
            <a:spLocks noGrp="1"/>
          </p:cNvSpPr>
          <p:nvPr>
            <p:ph type="subTitle" idx="3"/>
          </p:nvPr>
        </p:nvSpPr>
        <p:spPr>
          <a:xfrm>
            <a:off x="5026550" y="2911563"/>
            <a:ext cx="13812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subTitle" idx="4"/>
          </p:nvPr>
        </p:nvSpPr>
        <p:spPr>
          <a:xfrm>
            <a:off x="7080700" y="2906381"/>
            <a:ext cx="1397100" cy="8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subTitle" idx="5"/>
          </p:nvPr>
        </p:nvSpPr>
        <p:spPr>
          <a:xfrm>
            <a:off x="871700" y="2603800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subTitle" idx="6"/>
          </p:nvPr>
        </p:nvSpPr>
        <p:spPr>
          <a:xfrm>
            <a:off x="2957400" y="2596675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71" name="Google Shape;271;p32"/>
          <p:cNvSpPr txBox="1">
            <a:spLocks noGrp="1"/>
          </p:cNvSpPr>
          <p:nvPr>
            <p:ph type="subTitle" idx="7"/>
          </p:nvPr>
        </p:nvSpPr>
        <p:spPr>
          <a:xfrm>
            <a:off x="5027449" y="2596388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72" name="Google Shape;272;p32"/>
          <p:cNvSpPr txBox="1">
            <a:spLocks noGrp="1"/>
          </p:cNvSpPr>
          <p:nvPr>
            <p:ph type="subTitle" idx="8"/>
          </p:nvPr>
        </p:nvSpPr>
        <p:spPr>
          <a:xfrm>
            <a:off x="7094798" y="2593780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4824854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2"/>
          <p:cNvSpPr/>
          <p:nvPr/>
        </p:nvSpPr>
        <p:spPr>
          <a:xfrm>
            <a:off x="676400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2762097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6885386" y="1809750"/>
            <a:ext cx="1771800" cy="2000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457200" y="1669026"/>
            <a:ext cx="767128" cy="663708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2548551" y="1671756"/>
            <a:ext cx="767128" cy="663708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4618345" y="1663035"/>
            <a:ext cx="767128" cy="663708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2"/>
          <p:cNvSpPr/>
          <p:nvPr/>
        </p:nvSpPr>
        <p:spPr>
          <a:xfrm>
            <a:off x="6684933" y="1667766"/>
            <a:ext cx="767128" cy="663708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CUSTOM_47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905500" y="2764675"/>
            <a:ext cx="14385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subTitle" idx="2"/>
          </p:nvPr>
        </p:nvSpPr>
        <p:spPr>
          <a:xfrm>
            <a:off x="2896725" y="2761596"/>
            <a:ext cx="13971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3"/>
          </p:nvPr>
        </p:nvSpPr>
        <p:spPr>
          <a:xfrm>
            <a:off x="4879150" y="2761049"/>
            <a:ext cx="13812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subTitle" idx="4"/>
          </p:nvPr>
        </p:nvSpPr>
        <p:spPr>
          <a:xfrm>
            <a:off x="6833675" y="2760900"/>
            <a:ext cx="13971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subTitle" idx="5"/>
          </p:nvPr>
        </p:nvSpPr>
        <p:spPr>
          <a:xfrm>
            <a:off x="926600" y="2449250"/>
            <a:ext cx="14385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6"/>
          </p:nvPr>
        </p:nvSpPr>
        <p:spPr>
          <a:xfrm>
            <a:off x="2896724" y="2443588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91" name="Google Shape;291;p33"/>
          <p:cNvSpPr txBox="1">
            <a:spLocks noGrp="1"/>
          </p:cNvSpPr>
          <p:nvPr>
            <p:ph type="subTitle" idx="7"/>
          </p:nvPr>
        </p:nvSpPr>
        <p:spPr>
          <a:xfrm>
            <a:off x="4880055" y="2445872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subTitle" idx="8"/>
          </p:nvPr>
        </p:nvSpPr>
        <p:spPr>
          <a:xfrm>
            <a:off x="6847773" y="2448299"/>
            <a:ext cx="1381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48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>
            <a:spLocks noGrp="1"/>
          </p:cNvSpPr>
          <p:nvPr>
            <p:ph type="ctrTitle"/>
          </p:nvPr>
        </p:nvSpPr>
        <p:spPr>
          <a:xfrm flipH="1">
            <a:off x="540000" y="448619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295" name="Google Shape;2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>
            <a:spLocks noGrp="1"/>
          </p:cNvSpPr>
          <p:nvPr>
            <p:ph type="subTitle" idx="1"/>
          </p:nvPr>
        </p:nvSpPr>
        <p:spPr>
          <a:xfrm>
            <a:off x="1526019" y="2570265"/>
            <a:ext cx="18129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34"/>
          <p:cNvSpPr txBox="1">
            <a:spLocks noGrp="1"/>
          </p:cNvSpPr>
          <p:nvPr>
            <p:ph type="subTitle" idx="2"/>
          </p:nvPr>
        </p:nvSpPr>
        <p:spPr>
          <a:xfrm>
            <a:off x="3635401" y="2570272"/>
            <a:ext cx="18732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subTitle" idx="3"/>
          </p:nvPr>
        </p:nvSpPr>
        <p:spPr>
          <a:xfrm>
            <a:off x="5797968" y="2559605"/>
            <a:ext cx="18507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subTitle" idx="4"/>
          </p:nvPr>
        </p:nvSpPr>
        <p:spPr>
          <a:xfrm>
            <a:off x="1526019" y="3166668"/>
            <a:ext cx="1812900" cy="4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00" name="Google Shape;300;p34"/>
          <p:cNvSpPr txBox="1">
            <a:spLocks noGrp="1"/>
          </p:cNvSpPr>
          <p:nvPr>
            <p:ph type="subTitle" idx="5"/>
          </p:nvPr>
        </p:nvSpPr>
        <p:spPr>
          <a:xfrm>
            <a:off x="3646051" y="3166668"/>
            <a:ext cx="1851900" cy="4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subTitle" idx="6"/>
          </p:nvPr>
        </p:nvSpPr>
        <p:spPr>
          <a:xfrm>
            <a:off x="5797968" y="3170098"/>
            <a:ext cx="1850700" cy="4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02" name="Google Shape;302;p34"/>
          <p:cNvSpPr/>
          <p:nvPr/>
        </p:nvSpPr>
        <p:spPr>
          <a:xfrm rot="5400000">
            <a:off x="10770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4"/>
          <p:cNvSpPr/>
          <p:nvPr/>
        </p:nvSpPr>
        <p:spPr>
          <a:xfrm rot="5400000">
            <a:off x="321671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4"/>
          <p:cNvSpPr/>
          <p:nvPr/>
        </p:nvSpPr>
        <p:spPr>
          <a:xfrm rot="5400000">
            <a:off x="5356363" y="1815559"/>
            <a:ext cx="2710575" cy="213965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49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4693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4681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>
            <a:spLocks noGrp="1"/>
          </p:cNvSpPr>
          <p:nvPr>
            <p:ph type="ctrTitle"/>
          </p:nvPr>
        </p:nvSpPr>
        <p:spPr>
          <a:xfrm flipH="1">
            <a:off x="457200" y="452225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subTitle" idx="1"/>
          </p:nvPr>
        </p:nvSpPr>
        <p:spPr>
          <a:xfrm>
            <a:off x="560206" y="2951258"/>
            <a:ext cx="23865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2"/>
          </p:nvPr>
        </p:nvSpPr>
        <p:spPr>
          <a:xfrm>
            <a:off x="3390622" y="2951265"/>
            <a:ext cx="23805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subTitle" idx="3"/>
          </p:nvPr>
        </p:nvSpPr>
        <p:spPr>
          <a:xfrm>
            <a:off x="6232531" y="2953683"/>
            <a:ext cx="2367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subTitle" idx="4"/>
          </p:nvPr>
        </p:nvSpPr>
        <p:spPr>
          <a:xfrm>
            <a:off x="560200" y="3571274"/>
            <a:ext cx="2386500" cy="3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subTitle" idx="5"/>
          </p:nvPr>
        </p:nvSpPr>
        <p:spPr>
          <a:xfrm>
            <a:off x="3404151" y="3571274"/>
            <a:ext cx="2353500" cy="3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6"/>
          </p:nvPr>
        </p:nvSpPr>
        <p:spPr>
          <a:xfrm>
            <a:off x="6232531" y="3561605"/>
            <a:ext cx="2367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subTitle" idx="7"/>
          </p:nvPr>
        </p:nvSpPr>
        <p:spPr>
          <a:xfrm>
            <a:off x="540000" y="2580087"/>
            <a:ext cx="23865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8"/>
          </p:nvPr>
        </p:nvSpPr>
        <p:spPr>
          <a:xfrm>
            <a:off x="3384649" y="2580087"/>
            <a:ext cx="23535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subTitle" idx="9"/>
          </p:nvPr>
        </p:nvSpPr>
        <p:spPr>
          <a:xfrm>
            <a:off x="6212900" y="2583512"/>
            <a:ext cx="2367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18" name="Google Shape;318;p35"/>
          <p:cNvSpPr/>
          <p:nvPr/>
        </p:nvSpPr>
        <p:spPr>
          <a:xfrm>
            <a:off x="61200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3291900" y="2551782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5"/>
          <p:cNvSpPr/>
          <p:nvPr/>
        </p:nvSpPr>
        <p:spPr>
          <a:xfrm>
            <a:off x="463800" y="2551773"/>
            <a:ext cx="2560200" cy="1067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5"/>
          <p:cNvSpPr txBox="1"/>
          <p:nvPr/>
        </p:nvSpPr>
        <p:spPr>
          <a:xfrm>
            <a:off x="6123563" y="3619448"/>
            <a:ext cx="2553300" cy="345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76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467363" y="3619448"/>
            <a:ext cx="2553300" cy="3456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676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3" name="Google Shape;323;p35"/>
          <p:cNvSpPr txBox="1"/>
          <p:nvPr/>
        </p:nvSpPr>
        <p:spPr>
          <a:xfrm>
            <a:off x="3295463" y="3619454"/>
            <a:ext cx="2553300" cy="34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6760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3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ctrTitle"/>
          </p:nvPr>
        </p:nvSpPr>
        <p:spPr>
          <a:xfrm flipH="1">
            <a:off x="457200" y="44936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26" name="Google Shape;32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6952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4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>
            <a:spLocks noGrp="1"/>
          </p:cNvSpPr>
          <p:nvPr>
            <p:ph type="ctrTitle"/>
          </p:nvPr>
        </p:nvSpPr>
        <p:spPr>
          <a:xfrm flipH="1">
            <a:off x="457200" y="44438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30" name="Google Shape;33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5279" y="-316900"/>
            <a:ext cx="3071650" cy="277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605746" y="-315767"/>
            <a:ext cx="3071650" cy="277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>
            <a:spLocks noGrp="1"/>
          </p:cNvSpPr>
          <p:nvPr>
            <p:ph type="ctrTitle"/>
          </p:nvPr>
        </p:nvSpPr>
        <p:spPr>
          <a:xfrm flipH="1">
            <a:off x="540000" y="441718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CUSTOM_50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8" name="Google Shape;338;p39"/>
          <p:cNvSpPr txBox="1">
            <a:spLocks noGrp="1"/>
          </p:cNvSpPr>
          <p:nvPr>
            <p:ph type="subTitle" idx="1"/>
          </p:nvPr>
        </p:nvSpPr>
        <p:spPr>
          <a:xfrm>
            <a:off x="1203833" y="2719326"/>
            <a:ext cx="22401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39"/>
          <p:cNvSpPr txBox="1">
            <a:spLocks noGrp="1"/>
          </p:cNvSpPr>
          <p:nvPr>
            <p:ph type="subTitle" idx="2"/>
          </p:nvPr>
        </p:nvSpPr>
        <p:spPr>
          <a:xfrm>
            <a:off x="4766489" y="3583682"/>
            <a:ext cx="22992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9"/>
          <p:cNvSpPr txBox="1">
            <a:spLocks noGrp="1"/>
          </p:cNvSpPr>
          <p:nvPr>
            <p:ph type="subTitle" idx="3"/>
          </p:nvPr>
        </p:nvSpPr>
        <p:spPr>
          <a:xfrm>
            <a:off x="4772499" y="1802770"/>
            <a:ext cx="22992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39"/>
          <p:cNvSpPr txBox="1">
            <a:spLocks noGrp="1"/>
          </p:cNvSpPr>
          <p:nvPr>
            <p:ph type="subTitle" idx="4"/>
          </p:nvPr>
        </p:nvSpPr>
        <p:spPr>
          <a:xfrm>
            <a:off x="1203833" y="2196338"/>
            <a:ext cx="22401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subTitle" idx="5"/>
          </p:nvPr>
        </p:nvSpPr>
        <p:spPr>
          <a:xfrm>
            <a:off x="4798042" y="3079150"/>
            <a:ext cx="22731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ubTitle" idx="6"/>
          </p:nvPr>
        </p:nvSpPr>
        <p:spPr>
          <a:xfrm>
            <a:off x="4772499" y="1272083"/>
            <a:ext cx="2299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6">
  <p:cSld name="CUSTOM_5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ctrTitle"/>
          </p:nvPr>
        </p:nvSpPr>
        <p:spPr>
          <a:xfrm flipH="1">
            <a:off x="457200" y="43704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46" name="Google Shape;3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9138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540059" y="-586073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96724" y="-59024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 txBox="1">
            <a:spLocks noGrp="1"/>
          </p:cNvSpPr>
          <p:nvPr>
            <p:ph type="subTitle" idx="1"/>
          </p:nvPr>
        </p:nvSpPr>
        <p:spPr>
          <a:xfrm>
            <a:off x="672350" y="1887930"/>
            <a:ext cx="1956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40"/>
          <p:cNvSpPr txBox="1">
            <a:spLocks noGrp="1"/>
          </p:cNvSpPr>
          <p:nvPr>
            <p:ph type="subTitle" idx="2"/>
          </p:nvPr>
        </p:nvSpPr>
        <p:spPr>
          <a:xfrm>
            <a:off x="3580500" y="3409864"/>
            <a:ext cx="19566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40"/>
          <p:cNvSpPr txBox="1">
            <a:spLocks noGrp="1"/>
          </p:cNvSpPr>
          <p:nvPr>
            <p:ph type="subTitle" idx="3"/>
          </p:nvPr>
        </p:nvSpPr>
        <p:spPr>
          <a:xfrm>
            <a:off x="6515100" y="1895625"/>
            <a:ext cx="1934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0"/>
          <p:cNvSpPr txBox="1">
            <a:spLocks noGrp="1"/>
          </p:cNvSpPr>
          <p:nvPr>
            <p:ph type="subTitle" idx="4"/>
          </p:nvPr>
        </p:nvSpPr>
        <p:spPr>
          <a:xfrm>
            <a:off x="683450" y="1561974"/>
            <a:ext cx="1934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54" name="Google Shape;354;p40"/>
          <p:cNvSpPr txBox="1">
            <a:spLocks noGrp="1"/>
          </p:cNvSpPr>
          <p:nvPr>
            <p:ph type="subTitle" idx="5"/>
          </p:nvPr>
        </p:nvSpPr>
        <p:spPr>
          <a:xfrm>
            <a:off x="3591600" y="3070826"/>
            <a:ext cx="1934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55" name="Google Shape;355;p40"/>
          <p:cNvSpPr txBox="1">
            <a:spLocks noGrp="1"/>
          </p:cNvSpPr>
          <p:nvPr>
            <p:ph type="subTitle" idx="6"/>
          </p:nvPr>
        </p:nvSpPr>
        <p:spPr>
          <a:xfrm>
            <a:off x="6515100" y="1561974"/>
            <a:ext cx="1934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7">
  <p:cSld name="CUSTOM_52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>
            <a:spLocks noGrp="1"/>
          </p:cNvSpPr>
          <p:nvPr>
            <p:ph type="ctrTitle"/>
          </p:nvPr>
        </p:nvSpPr>
        <p:spPr>
          <a:xfrm flipH="1">
            <a:off x="457200" y="437050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58" name="Google Shape;35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1"/>
          <p:cNvSpPr txBox="1">
            <a:spLocks noGrp="1"/>
          </p:cNvSpPr>
          <p:nvPr>
            <p:ph type="subTitle" idx="1"/>
          </p:nvPr>
        </p:nvSpPr>
        <p:spPr>
          <a:xfrm>
            <a:off x="1700600" y="2921393"/>
            <a:ext cx="13953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1"/>
          <p:cNvSpPr txBox="1">
            <a:spLocks noGrp="1"/>
          </p:cNvSpPr>
          <p:nvPr>
            <p:ph type="subTitle" idx="2"/>
          </p:nvPr>
        </p:nvSpPr>
        <p:spPr>
          <a:xfrm>
            <a:off x="1553500" y="2529762"/>
            <a:ext cx="16431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61" name="Google Shape;361;p41"/>
          <p:cNvSpPr txBox="1">
            <a:spLocks noGrp="1"/>
          </p:cNvSpPr>
          <p:nvPr>
            <p:ph type="subTitle" idx="3"/>
          </p:nvPr>
        </p:nvSpPr>
        <p:spPr>
          <a:xfrm>
            <a:off x="1691000" y="2027255"/>
            <a:ext cx="13953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62" name="Google Shape;362;p41"/>
          <p:cNvSpPr txBox="1">
            <a:spLocks noGrp="1"/>
          </p:cNvSpPr>
          <p:nvPr>
            <p:ph type="subTitle" idx="4"/>
          </p:nvPr>
        </p:nvSpPr>
        <p:spPr>
          <a:xfrm>
            <a:off x="5929000" y="2926550"/>
            <a:ext cx="16431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1"/>
          <p:cNvSpPr txBox="1">
            <a:spLocks noGrp="1"/>
          </p:cNvSpPr>
          <p:nvPr>
            <p:ph type="subTitle" idx="5"/>
          </p:nvPr>
        </p:nvSpPr>
        <p:spPr>
          <a:xfrm>
            <a:off x="5905750" y="2518950"/>
            <a:ext cx="16896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64" name="Google Shape;364;p41"/>
          <p:cNvSpPr txBox="1">
            <a:spLocks noGrp="1"/>
          </p:cNvSpPr>
          <p:nvPr>
            <p:ph type="subTitle" idx="6"/>
          </p:nvPr>
        </p:nvSpPr>
        <p:spPr>
          <a:xfrm>
            <a:off x="6001300" y="2032688"/>
            <a:ext cx="14985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65" name="Google Shape;365;p41"/>
          <p:cNvSpPr txBox="1">
            <a:spLocks noGrp="1"/>
          </p:cNvSpPr>
          <p:nvPr>
            <p:ph type="subTitle" idx="7"/>
          </p:nvPr>
        </p:nvSpPr>
        <p:spPr>
          <a:xfrm>
            <a:off x="3768500" y="3407943"/>
            <a:ext cx="16068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8"/>
          </p:nvPr>
        </p:nvSpPr>
        <p:spPr>
          <a:xfrm>
            <a:off x="3604790" y="3039918"/>
            <a:ext cx="1934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67" name="Google Shape;367;p41"/>
          <p:cNvSpPr txBox="1">
            <a:spLocks noGrp="1"/>
          </p:cNvSpPr>
          <p:nvPr>
            <p:ph type="subTitle" idx="9"/>
          </p:nvPr>
        </p:nvSpPr>
        <p:spPr>
          <a:xfrm>
            <a:off x="3604790" y="2529480"/>
            <a:ext cx="1934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68" name="Google Shape;368;p41"/>
          <p:cNvSpPr/>
          <p:nvPr/>
        </p:nvSpPr>
        <p:spPr>
          <a:xfrm>
            <a:off x="3577850" y="1722475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565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1399400" y="1177900"/>
            <a:ext cx="1988100" cy="29052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1" name="Google Shape;3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125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8">
  <p:cSld name="CUSTOM_54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>
            <a:spLocks noGrp="1"/>
          </p:cNvSpPr>
          <p:nvPr>
            <p:ph type="subTitle" idx="1"/>
          </p:nvPr>
        </p:nvSpPr>
        <p:spPr>
          <a:xfrm>
            <a:off x="974900" y="3744804"/>
            <a:ext cx="2157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2"/>
          <p:cNvSpPr txBox="1">
            <a:spLocks noGrp="1"/>
          </p:cNvSpPr>
          <p:nvPr>
            <p:ph type="subTitle" idx="2"/>
          </p:nvPr>
        </p:nvSpPr>
        <p:spPr>
          <a:xfrm>
            <a:off x="3554325" y="3744826"/>
            <a:ext cx="21447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42"/>
          <p:cNvSpPr txBox="1">
            <a:spLocks noGrp="1"/>
          </p:cNvSpPr>
          <p:nvPr>
            <p:ph type="subTitle" idx="3"/>
          </p:nvPr>
        </p:nvSpPr>
        <p:spPr>
          <a:xfrm>
            <a:off x="6002400" y="3747226"/>
            <a:ext cx="21447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2"/>
          <p:cNvSpPr txBox="1">
            <a:spLocks noGrp="1"/>
          </p:cNvSpPr>
          <p:nvPr>
            <p:ph type="subTitle" idx="4"/>
          </p:nvPr>
        </p:nvSpPr>
        <p:spPr>
          <a:xfrm>
            <a:off x="965900" y="3428412"/>
            <a:ext cx="2175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77" name="Google Shape;377;p42"/>
          <p:cNvSpPr txBox="1">
            <a:spLocks noGrp="1"/>
          </p:cNvSpPr>
          <p:nvPr>
            <p:ph type="subTitle" idx="5"/>
          </p:nvPr>
        </p:nvSpPr>
        <p:spPr>
          <a:xfrm>
            <a:off x="3566479" y="3439312"/>
            <a:ext cx="21447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378" name="Google Shape;378;p42"/>
          <p:cNvSpPr txBox="1">
            <a:spLocks noGrp="1"/>
          </p:cNvSpPr>
          <p:nvPr>
            <p:ph type="subTitle" idx="6"/>
          </p:nvPr>
        </p:nvSpPr>
        <p:spPr>
          <a:xfrm>
            <a:off x="5987250" y="3439300"/>
            <a:ext cx="2175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pic>
        <p:nvPicPr>
          <p:cNvPr id="379" name="Google Shape;37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2"/>
          <p:cNvSpPr txBox="1">
            <a:spLocks noGrp="1"/>
          </p:cNvSpPr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4">
  <p:cSld name="CUSTOM_17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3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87" name="Google Shape;38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8926" y="4150897"/>
            <a:ext cx="1414025" cy="12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67964" y="4293802"/>
            <a:ext cx="1414025" cy="12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8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3762551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-38650"/>
            <a:ext cx="3300524" cy="29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843475" y="0"/>
            <a:ext cx="3300524" cy="29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4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6">
  <p:cSld name="CUSTOM_19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71524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72867" y="-514075"/>
            <a:ext cx="2933449" cy="26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5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5">
  <p:cSld name="CUSTOM_23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4" name="Google Shape;404;p46"/>
          <p:cNvSpPr txBox="1">
            <a:spLocks noGrp="1"/>
          </p:cNvSpPr>
          <p:nvPr>
            <p:ph type="ctrTitle" idx="2"/>
          </p:nvPr>
        </p:nvSpPr>
        <p:spPr>
          <a:xfrm>
            <a:off x="1690457" y="1900424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5" name="Google Shape;405;p46"/>
          <p:cNvSpPr txBox="1">
            <a:spLocks noGrp="1"/>
          </p:cNvSpPr>
          <p:nvPr>
            <p:ph type="subTitle" idx="1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6" name="Google Shape;406;p46"/>
          <p:cNvSpPr txBox="1">
            <a:spLocks noGrp="1"/>
          </p:cNvSpPr>
          <p:nvPr>
            <p:ph type="ctrTitle" idx="3"/>
          </p:nvPr>
        </p:nvSpPr>
        <p:spPr>
          <a:xfrm>
            <a:off x="1690457" y="340500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46"/>
          <p:cNvSpPr txBox="1">
            <a:spLocks noGrp="1"/>
          </p:cNvSpPr>
          <p:nvPr>
            <p:ph type="subTitle" idx="4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8" name="Google Shape;408;p46"/>
          <p:cNvSpPr txBox="1">
            <a:spLocks noGrp="1"/>
          </p:cNvSpPr>
          <p:nvPr>
            <p:ph type="ctrTitle" idx="5"/>
          </p:nvPr>
        </p:nvSpPr>
        <p:spPr>
          <a:xfrm>
            <a:off x="4824357" y="1900424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" name="Google Shape;409;p46"/>
          <p:cNvSpPr txBox="1">
            <a:spLocks noGrp="1"/>
          </p:cNvSpPr>
          <p:nvPr>
            <p:ph type="subTitle" idx="6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10" name="Google Shape;410;p46"/>
          <p:cNvSpPr txBox="1">
            <a:spLocks noGrp="1"/>
          </p:cNvSpPr>
          <p:nvPr>
            <p:ph type="ctrTitle" idx="7"/>
          </p:nvPr>
        </p:nvSpPr>
        <p:spPr>
          <a:xfrm>
            <a:off x="4824357" y="3405003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1" name="Google Shape;411;p46"/>
          <p:cNvSpPr txBox="1">
            <a:spLocks noGrp="1"/>
          </p:cNvSpPr>
          <p:nvPr>
            <p:ph type="subTitle" idx="8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cxnSp>
        <p:nvCxnSpPr>
          <p:cNvPr id="412" name="Google Shape;412;p46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4" name="Google Shape;41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6941050" y="-57604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34550" y="-576388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44075" y="3612343"/>
            <a:ext cx="2754276" cy="24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6931525" y="3621493"/>
            <a:ext cx="2754276" cy="24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6">
  <p:cSld name="CUSTOM_24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0" name="Google Shape;420;p47"/>
          <p:cNvSpPr txBox="1">
            <a:spLocks noGrp="1"/>
          </p:cNvSpPr>
          <p:nvPr>
            <p:ph type="ctrTitle" idx="2"/>
          </p:nvPr>
        </p:nvSpPr>
        <p:spPr>
          <a:xfrm>
            <a:off x="229439" y="2376009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1" name="Google Shape;421;p47"/>
          <p:cNvSpPr txBox="1">
            <a:spLocks noGrp="1"/>
          </p:cNvSpPr>
          <p:nvPr>
            <p:ph type="subTitle" idx="1"/>
          </p:nvPr>
        </p:nvSpPr>
        <p:spPr>
          <a:xfrm>
            <a:off x="590789" y="2837472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22" name="Google Shape;422;p47"/>
          <p:cNvSpPr txBox="1">
            <a:spLocks noGrp="1"/>
          </p:cNvSpPr>
          <p:nvPr>
            <p:ph type="ctrTitle" idx="3"/>
          </p:nvPr>
        </p:nvSpPr>
        <p:spPr>
          <a:xfrm>
            <a:off x="2243273" y="2381109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3" name="Google Shape;423;p47"/>
          <p:cNvSpPr txBox="1">
            <a:spLocks noGrp="1"/>
          </p:cNvSpPr>
          <p:nvPr>
            <p:ph type="subTitle" idx="4"/>
          </p:nvPr>
        </p:nvSpPr>
        <p:spPr>
          <a:xfrm>
            <a:off x="2604623" y="2842572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24" name="Google Shape;424;p47"/>
          <p:cNvSpPr txBox="1">
            <a:spLocks noGrp="1"/>
          </p:cNvSpPr>
          <p:nvPr>
            <p:ph type="ctrTitle" idx="5"/>
          </p:nvPr>
        </p:nvSpPr>
        <p:spPr>
          <a:xfrm>
            <a:off x="4285903" y="23865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6"/>
          </p:nvPr>
        </p:nvSpPr>
        <p:spPr>
          <a:xfrm>
            <a:off x="4647253" y="2847969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ctrTitle" idx="7"/>
          </p:nvPr>
        </p:nvSpPr>
        <p:spPr>
          <a:xfrm>
            <a:off x="6290426" y="23916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47"/>
          <p:cNvSpPr txBox="1">
            <a:spLocks noGrp="1"/>
          </p:cNvSpPr>
          <p:nvPr>
            <p:ph type="subTitle" idx="8"/>
          </p:nvPr>
        </p:nvSpPr>
        <p:spPr>
          <a:xfrm>
            <a:off x="6651776" y="2853069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428" name="Google Shape;42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/>
          <p:nvPr/>
        </p:nvSpPr>
        <p:spPr>
          <a:xfrm>
            <a:off x="5173671" y="1733509"/>
            <a:ext cx="853640" cy="738728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7"/>
          <p:cNvSpPr/>
          <p:nvPr/>
        </p:nvSpPr>
        <p:spPr>
          <a:xfrm>
            <a:off x="3131041" y="1723025"/>
            <a:ext cx="853640" cy="738728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7"/>
          <p:cNvSpPr/>
          <p:nvPr/>
        </p:nvSpPr>
        <p:spPr>
          <a:xfrm>
            <a:off x="7178193" y="1733522"/>
            <a:ext cx="853640" cy="738728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7"/>
          <p:cNvSpPr/>
          <p:nvPr/>
        </p:nvSpPr>
        <p:spPr>
          <a:xfrm>
            <a:off x="1117206" y="1723013"/>
            <a:ext cx="853640" cy="738728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55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>
            <a:spLocks noGrp="1"/>
          </p:cNvSpPr>
          <p:nvPr>
            <p:ph type="ctrTitle"/>
          </p:nvPr>
        </p:nvSpPr>
        <p:spPr>
          <a:xfrm flipH="1">
            <a:off x="540000" y="452026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8" name="Google Shape;438;p48"/>
          <p:cNvSpPr txBox="1">
            <a:spLocks noGrp="1"/>
          </p:cNvSpPr>
          <p:nvPr>
            <p:ph type="subTitle" idx="1"/>
          </p:nvPr>
        </p:nvSpPr>
        <p:spPr>
          <a:xfrm>
            <a:off x="772100" y="1791299"/>
            <a:ext cx="20136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439" name="Google Shape;43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071825" y="-58113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08780" y="363887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52804" y="3644024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8"/>
          <p:cNvSpPr txBox="1">
            <a:spLocks noGrp="1"/>
          </p:cNvSpPr>
          <p:nvPr>
            <p:ph type="title" idx="2" hasCustomPrompt="1"/>
          </p:nvPr>
        </p:nvSpPr>
        <p:spPr>
          <a:xfrm>
            <a:off x="772100" y="1481125"/>
            <a:ext cx="20136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48"/>
          <p:cNvSpPr txBox="1">
            <a:spLocks noGrp="1"/>
          </p:cNvSpPr>
          <p:nvPr>
            <p:ph type="subTitle" idx="3"/>
          </p:nvPr>
        </p:nvSpPr>
        <p:spPr>
          <a:xfrm>
            <a:off x="763375" y="2854584"/>
            <a:ext cx="20136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5" name="Google Shape;445;p48"/>
          <p:cNvSpPr txBox="1">
            <a:spLocks noGrp="1"/>
          </p:cNvSpPr>
          <p:nvPr>
            <p:ph type="title" idx="4" hasCustomPrompt="1"/>
          </p:nvPr>
        </p:nvSpPr>
        <p:spPr>
          <a:xfrm>
            <a:off x="763375" y="2549389"/>
            <a:ext cx="20136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48"/>
          <p:cNvSpPr txBox="1">
            <a:spLocks noGrp="1"/>
          </p:cNvSpPr>
          <p:nvPr>
            <p:ph type="subTitle" idx="5"/>
          </p:nvPr>
        </p:nvSpPr>
        <p:spPr>
          <a:xfrm>
            <a:off x="6369350" y="1791299"/>
            <a:ext cx="20136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7" name="Google Shape;447;p48"/>
          <p:cNvSpPr txBox="1">
            <a:spLocks noGrp="1"/>
          </p:cNvSpPr>
          <p:nvPr>
            <p:ph type="title" idx="6" hasCustomPrompt="1"/>
          </p:nvPr>
        </p:nvSpPr>
        <p:spPr>
          <a:xfrm>
            <a:off x="6369300" y="1481125"/>
            <a:ext cx="20136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8" name="Google Shape;448;p48"/>
          <p:cNvSpPr txBox="1">
            <a:spLocks noGrp="1"/>
          </p:cNvSpPr>
          <p:nvPr>
            <p:ph type="subTitle" idx="7"/>
          </p:nvPr>
        </p:nvSpPr>
        <p:spPr>
          <a:xfrm>
            <a:off x="6369300" y="2849652"/>
            <a:ext cx="20136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49" name="Google Shape;449;p48"/>
          <p:cNvSpPr txBox="1">
            <a:spLocks noGrp="1"/>
          </p:cNvSpPr>
          <p:nvPr>
            <p:ph type="title" idx="8" hasCustomPrompt="1"/>
          </p:nvPr>
        </p:nvSpPr>
        <p:spPr>
          <a:xfrm>
            <a:off x="6369300" y="2549402"/>
            <a:ext cx="20136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56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ubTitle" idx="1"/>
          </p:nvPr>
        </p:nvSpPr>
        <p:spPr>
          <a:xfrm>
            <a:off x="1132000" y="3432862"/>
            <a:ext cx="18741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453" name="Google Shape;453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-58141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 txBox="1">
            <a:spLocks noGrp="1"/>
          </p:cNvSpPr>
          <p:nvPr>
            <p:ph type="title" idx="2" hasCustomPrompt="1"/>
          </p:nvPr>
        </p:nvSpPr>
        <p:spPr>
          <a:xfrm>
            <a:off x="3725850" y="2029263"/>
            <a:ext cx="15159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5" name="Google Shape;455;p49"/>
          <p:cNvSpPr txBox="1">
            <a:spLocks noGrp="1"/>
          </p:cNvSpPr>
          <p:nvPr>
            <p:ph type="title" idx="3" hasCustomPrompt="1"/>
          </p:nvPr>
        </p:nvSpPr>
        <p:spPr>
          <a:xfrm>
            <a:off x="3022450" y="3601675"/>
            <a:ext cx="14073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6" name="Google Shape;456;p49"/>
          <p:cNvSpPr txBox="1">
            <a:spLocks noGrp="1"/>
          </p:cNvSpPr>
          <p:nvPr>
            <p:ph type="title" idx="4" hasCustomPrompt="1"/>
          </p:nvPr>
        </p:nvSpPr>
        <p:spPr>
          <a:xfrm>
            <a:off x="4565843" y="3408687"/>
            <a:ext cx="685800" cy="453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49"/>
          <p:cNvSpPr txBox="1">
            <a:spLocks noGrp="1"/>
          </p:cNvSpPr>
          <p:nvPr>
            <p:ph type="subTitle" idx="5"/>
          </p:nvPr>
        </p:nvSpPr>
        <p:spPr>
          <a:xfrm>
            <a:off x="5445069" y="1751762"/>
            <a:ext cx="18687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58" name="Google Shape;458;p49"/>
          <p:cNvSpPr txBox="1">
            <a:spLocks noGrp="1"/>
          </p:cNvSpPr>
          <p:nvPr>
            <p:ph type="subTitle" idx="6"/>
          </p:nvPr>
        </p:nvSpPr>
        <p:spPr>
          <a:xfrm>
            <a:off x="5326225" y="3441195"/>
            <a:ext cx="18741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59" name="Google Shape;459;p49"/>
          <p:cNvSpPr txBox="1">
            <a:spLocks noGrp="1"/>
          </p:cNvSpPr>
          <p:nvPr>
            <p:ph type="subTitle" idx="7"/>
          </p:nvPr>
        </p:nvSpPr>
        <p:spPr>
          <a:xfrm>
            <a:off x="5439558" y="1986687"/>
            <a:ext cx="18687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0" name="Google Shape;460;p49"/>
          <p:cNvSpPr txBox="1">
            <a:spLocks noGrp="1"/>
          </p:cNvSpPr>
          <p:nvPr>
            <p:ph type="subTitle" idx="8"/>
          </p:nvPr>
        </p:nvSpPr>
        <p:spPr>
          <a:xfrm>
            <a:off x="5328925" y="3808995"/>
            <a:ext cx="1868700" cy="56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61" name="Google Shape;461;p49"/>
          <p:cNvSpPr txBox="1">
            <a:spLocks noGrp="1"/>
          </p:cNvSpPr>
          <p:nvPr>
            <p:ph type="subTitle" idx="9"/>
          </p:nvPr>
        </p:nvSpPr>
        <p:spPr>
          <a:xfrm>
            <a:off x="1132000" y="3592190"/>
            <a:ext cx="1874100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8">
  <p:cSld name="CUSTOM_26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-914119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99149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1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CUSTOM_57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>
            <a:spLocks noGrp="1"/>
          </p:cNvSpPr>
          <p:nvPr>
            <p:ph type="title" hasCustomPrompt="1"/>
          </p:nvPr>
        </p:nvSpPr>
        <p:spPr>
          <a:xfrm>
            <a:off x="416676" y="1400075"/>
            <a:ext cx="6014400" cy="178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5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52"/>
          <p:cNvSpPr txBox="1">
            <a:spLocks noGrp="1"/>
          </p:cNvSpPr>
          <p:nvPr>
            <p:ph type="subTitle" idx="1"/>
          </p:nvPr>
        </p:nvSpPr>
        <p:spPr>
          <a:xfrm>
            <a:off x="540000" y="3159050"/>
            <a:ext cx="60165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75" name="Google Shape;4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43325" y="-1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6843315" y="3067592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 rot="5400000">
            <a:off x="1688625" y="-740500"/>
            <a:ext cx="3179100" cy="6556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9">
  <p:cSld name="CUSTOM_58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80" name="Google Shape;480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>
            <a:spLocks noGrp="1"/>
          </p:cNvSpPr>
          <p:nvPr>
            <p:ph type="subTitle" idx="1"/>
          </p:nvPr>
        </p:nvSpPr>
        <p:spPr>
          <a:xfrm>
            <a:off x="1758182" y="4055692"/>
            <a:ext cx="12177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53"/>
          <p:cNvSpPr txBox="1">
            <a:spLocks noGrp="1"/>
          </p:cNvSpPr>
          <p:nvPr>
            <p:ph type="subTitle" idx="2"/>
          </p:nvPr>
        </p:nvSpPr>
        <p:spPr>
          <a:xfrm>
            <a:off x="3939062" y="4070880"/>
            <a:ext cx="1262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53"/>
          <p:cNvSpPr txBox="1">
            <a:spLocks noGrp="1"/>
          </p:cNvSpPr>
          <p:nvPr>
            <p:ph type="subTitle" idx="3"/>
          </p:nvPr>
        </p:nvSpPr>
        <p:spPr>
          <a:xfrm>
            <a:off x="6187500" y="4069687"/>
            <a:ext cx="12624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subTitle" idx="4"/>
          </p:nvPr>
        </p:nvSpPr>
        <p:spPr>
          <a:xfrm>
            <a:off x="1743882" y="3729155"/>
            <a:ext cx="12177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subTitle" idx="5"/>
          </p:nvPr>
        </p:nvSpPr>
        <p:spPr>
          <a:xfrm>
            <a:off x="3939062" y="3733800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subTitle" idx="6"/>
          </p:nvPr>
        </p:nvSpPr>
        <p:spPr>
          <a:xfrm>
            <a:off x="6187600" y="3733632"/>
            <a:ext cx="12624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0">
  <p:cSld name="CUSTOM_59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44029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94051" y="376148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4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1" name="Google Shape;491;p54"/>
          <p:cNvSpPr txBox="1">
            <a:spLocks noGrp="1"/>
          </p:cNvSpPr>
          <p:nvPr>
            <p:ph type="subTitle" idx="1"/>
          </p:nvPr>
        </p:nvSpPr>
        <p:spPr>
          <a:xfrm>
            <a:off x="768200" y="2833363"/>
            <a:ext cx="14319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54"/>
          <p:cNvSpPr txBox="1">
            <a:spLocks noGrp="1"/>
          </p:cNvSpPr>
          <p:nvPr>
            <p:ph type="subTitle" idx="2"/>
          </p:nvPr>
        </p:nvSpPr>
        <p:spPr>
          <a:xfrm>
            <a:off x="3833745" y="2843907"/>
            <a:ext cx="14319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3"/>
          </p:nvPr>
        </p:nvSpPr>
        <p:spPr>
          <a:xfrm>
            <a:off x="6910975" y="2835788"/>
            <a:ext cx="14319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54"/>
          <p:cNvSpPr txBox="1">
            <a:spLocks noGrp="1"/>
          </p:cNvSpPr>
          <p:nvPr>
            <p:ph type="subTitle" idx="4"/>
          </p:nvPr>
        </p:nvSpPr>
        <p:spPr>
          <a:xfrm>
            <a:off x="768200" y="2472707"/>
            <a:ext cx="14319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95" name="Google Shape;495;p54"/>
          <p:cNvSpPr txBox="1">
            <a:spLocks noGrp="1"/>
          </p:cNvSpPr>
          <p:nvPr>
            <p:ph type="subTitle" idx="5"/>
          </p:nvPr>
        </p:nvSpPr>
        <p:spPr>
          <a:xfrm>
            <a:off x="3833875" y="2472725"/>
            <a:ext cx="14319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96" name="Google Shape;496;p54"/>
          <p:cNvSpPr txBox="1">
            <a:spLocks noGrp="1"/>
          </p:cNvSpPr>
          <p:nvPr>
            <p:ph type="subTitle" idx="6"/>
          </p:nvPr>
        </p:nvSpPr>
        <p:spPr>
          <a:xfrm>
            <a:off x="6911111" y="2476132"/>
            <a:ext cx="14319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497" name="Google Shape;497;p54"/>
          <p:cNvSpPr/>
          <p:nvPr/>
        </p:nvSpPr>
        <p:spPr>
          <a:xfrm rot="5400000">
            <a:off x="287567" y="1686614"/>
            <a:ext cx="2394897" cy="2075867"/>
          </a:xfrm>
          <a:custGeom>
            <a:avLst/>
            <a:gdLst/>
            <a:ahLst/>
            <a:cxnLst/>
            <a:rect l="l" t="t" r="r" b="b"/>
            <a:pathLst>
              <a:path w="31949" h="27693" extrusionOk="0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4"/>
          <p:cNvSpPr/>
          <p:nvPr/>
        </p:nvSpPr>
        <p:spPr>
          <a:xfrm rot="5400000">
            <a:off x="1194834" y="1350189"/>
            <a:ext cx="578916" cy="501797"/>
          </a:xfrm>
          <a:custGeom>
            <a:avLst/>
            <a:gdLst/>
            <a:ahLst/>
            <a:cxnLst/>
            <a:rect l="l" t="t" r="r" b="b"/>
            <a:pathLst>
              <a:path w="31949" h="27693" extrusionOk="0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4"/>
          <p:cNvSpPr/>
          <p:nvPr/>
        </p:nvSpPr>
        <p:spPr>
          <a:xfrm rot="5400000">
            <a:off x="3385220" y="1686614"/>
            <a:ext cx="2394897" cy="2075867"/>
          </a:xfrm>
          <a:custGeom>
            <a:avLst/>
            <a:gdLst/>
            <a:ahLst/>
            <a:cxnLst/>
            <a:rect l="l" t="t" r="r" b="b"/>
            <a:pathLst>
              <a:path w="31949" h="27693" extrusionOk="0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4"/>
          <p:cNvSpPr/>
          <p:nvPr/>
        </p:nvSpPr>
        <p:spPr>
          <a:xfrm rot="5400000">
            <a:off x="6415442" y="1686614"/>
            <a:ext cx="2394897" cy="2075867"/>
          </a:xfrm>
          <a:custGeom>
            <a:avLst/>
            <a:gdLst/>
            <a:ahLst/>
            <a:cxnLst/>
            <a:rect l="l" t="t" r="r" b="b"/>
            <a:pathLst>
              <a:path w="31949" h="27693" extrusionOk="0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54"/>
          <p:cNvSpPr/>
          <p:nvPr/>
        </p:nvSpPr>
        <p:spPr>
          <a:xfrm rot="5400000">
            <a:off x="7328448" y="1350201"/>
            <a:ext cx="578916" cy="501797"/>
          </a:xfrm>
          <a:custGeom>
            <a:avLst/>
            <a:gdLst/>
            <a:ahLst/>
            <a:cxnLst/>
            <a:rect l="l" t="t" r="r" b="b"/>
            <a:pathLst>
              <a:path w="31949" h="27693" extrusionOk="0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54"/>
          <p:cNvSpPr/>
          <p:nvPr/>
        </p:nvSpPr>
        <p:spPr>
          <a:xfrm rot="5400000">
            <a:off x="4290136" y="1350201"/>
            <a:ext cx="578916" cy="501797"/>
          </a:xfrm>
          <a:custGeom>
            <a:avLst/>
            <a:gdLst/>
            <a:ahLst/>
            <a:cxnLst/>
            <a:rect l="l" t="t" r="r" b="b"/>
            <a:pathLst>
              <a:path w="31949" h="27693" extrusionOk="0">
                <a:moveTo>
                  <a:pt x="7959" y="1"/>
                </a:moveTo>
                <a:lnTo>
                  <a:pt x="1" y="13846"/>
                </a:lnTo>
                <a:lnTo>
                  <a:pt x="7959" y="27692"/>
                </a:lnTo>
                <a:lnTo>
                  <a:pt x="23991" y="27692"/>
                </a:lnTo>
                <a:lnTo>
                  <a:pt x="31949" y="13846"/>
                </a:lnTo>
                <a:lnTo>
                  <a:pt x="23991" y="1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" name="Google Shape;503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810644" y="-1661952"/>
            <a:ext cx="3711324" cy="33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7">
  <p:cSld name="CUSTOM_60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5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7" name="Google Shape;507;p55"/>
          <p:cNvSpPr txBox="1">
            <a:spLocks noGrp="1"/>
          </p:cNvSpPr>
          <p:nvPr>
            <p:ph type="ctrTitle" idx="2"/>
          </p:nvPr>
        </p:nvSpPr>
        <p:spPr>
          <a:xfrm>
            <a:off x="2393800" y="3851557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55"/>
          <p:cNvSpPr txBox="1">
            <a:spLocks noGrp="1"/>
          </p:cNvSpPr>
          <p:nvPr>
            <p:ph type="subTitle" idx="1"/>
          </p:nvPr>
        </p:nvSpPr>
        <p:spPr>
          <a:xfrm>
            <a:off x="2393800" y="4112538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9" name="Google Shape;509;p55"/>
          <p:cNvSpPr txBox="1">
            <a:spLocks noGrp="1"/>
          </p:cNvSpPr>
          <p:nvPr>
            <p:ph type="ctrTitle" idx="3"/>
          </p:nvPr>
        </p:nvSpPr>
        <p:spPr>
          <a:xfrm>
            <a:off x="4454450" y="3859775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0" name="Google Shape;510;p55"/>
          <p:cNvSpPr txBox="1">
            <a:spLocks noGrp="1"/>
          </p:cNvSpPr>
          <p:nvPr>
            <p:ph type="subTitle" idx="4"/>
          </p:nvPr>
        </p:nvSpPr>
        <p:spPr>
          <a:xfrm>
            <a:off x="4454600" y="4111838"/>
            <a:ext cx="12312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1" name="Google Shape;511;p55"/>
          <p:cNvSpPr txBox="1">
            <a:spLocks noGrp="1"/>
          </p:cNvSpPr>
          <p:nvPr>
            <p:ph type="ctrTitle" idx="5"/>
          </p:nvPr>
        </p:nvSpPr>
        <p:spPr>
          <a:xfrm>
            <a:off x="3443775" y="1362901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2" name="Google Shape;512;p55"/>
          <p:cNvSpPr txBox="1">
            <a:spLocks noGrp="1"/>
          </p:cNvSpPr>
          <p:nvPr>
            <p:ph type="subTitle" idx="6"/>
          </p:nvPr>
        </p:nvSpPr>
        <p:spPr>
          <a:xfrm>
            <a:off x="3443626" y="1656449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3" name="Google Shape;513;p55"/>
          <p:cNvSpPr txBox="1">
            <a:spLocks noGrp="1"/>
          </p:cNvSpPr>
          <p:nvPr>
            <p:ph type="ctrTitle" idx="7"/>
          </p:nvPr>
        </p:nvSpPr>
        <p:spPr>
          <a:xfrm>
            <a:off x="5498425" y="1361363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55"/>
          <p:cNvSpPr txBox="1">
            <a:spLocks noGrp="1"/>
          </p:cNvSpPr>
          <p:nvPr>
            <p:ph type="subTitle" idx="8"/>
          </p:nvPr>
        </p:nvSpPr>
        <p:spPr>
          <a:xfrm>
            <a:off x="5498325" y="1654912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6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6"/>
          <p:cNvSpPr txBox="1">
            <a:spLocks noGrp="1"/>
          </p:cNvSpPr>
          <p:nvPr>
            <p:ph type="ctrTitle"/>
          </p:nvPr>
        </p:nvSpPr>
        <p:spPr>
          <a:xfrm flipH="1">
            <a:off x="622800" y="454555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9" name="Google Shape;519;p56"/>
          <p:cNvSpPr txBox="1">
            <a:spLocks noGrp="1"/>
          </p:cNvSpPr>
          <p:nvPr>
            <p:ph type="subTitle" idx="1"/>
          </p:nvPr>
        </p:nvSpPr>
        <p:spPr>
          <a:xfrm>
            <a:off x="1573144" y="1489382"/>
            <a:ext cx="15558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56"/>
          <p:cNvSpPr txBox="1">
            <a:spLocks noGrp="1"/>
          </p:cNvSpPr>
          <p:nvPr>
            <p:ph type="subTitle" idx="2"/>
          </p:nvPr>
        </p:nvSpPr>
        <p:spPr>
          <a:xfrm>
            <a:off x="3787682" y="1491020"/>
            <a:ext cx="15558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56"/>
          <p:cNvSpPr txBox="1">
            <a:spLocks noGrp="1"/>
          </p:cNvSpPr>
          <p:nvPr>
            <p:ph type="subTitle" idx="3"/>
          </p:nvPr>
        </p:nvSpPr>
        <p:spPr>
          <a:xfrm>
            <a:off x="6064122" y="1493420"/>
            <a:ext cx="15558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56"/>
          <p:cNvSpPr txBox="1">
            <a:spLocks noGrp="1"/>
          </p:cNvSpPr>
          <p:nvPr>
            <p:ph type="subTitle" idx="4"/>
          </p:nvPr>
        </p:nvSpPr>
        <p:spPr>
          <a:xfrm>
            <a:off x="1573145" y="1060472"/>
            <a:ext cx="15558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23" name="Google Shape;523;p56"/>
          <p:cNvSpPr txBox="1">
            <a:spLocks noGrp="1"/>
          </p:cNvSpPr>
          <p:nvPr>
            <p:ph type="subTitle" idx="5"/>
          </p:nvPr>
        </p:nvSpPr>
        <p:spPr>
          <a:xfrm>
            <a:off x="3787824" y="1072622"/>
            <a:ext cx="15558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24" name="Google Shape;524;p56"/>
          <p:cNvSpPr txBox="1">
            <a:spLocks noGrp="1"/>
          </p:cNvSpPr>
          <p:nvPr>
            <p:ph type="subTitle" idx="6"/>
          </p:nvPr>
        </p:nvSpPr>
        <p:spPr>
          <a:xfrm>
            <a:off x="6064270" y="1065510"/>
            <a:ext cx="15558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25" name="Google Shape;525;p56"/>
          <p:cNvSpPr txBox="1">
            <a:spLocks noGrp="1"/>
          </p:cNvSpPr>
          <p:nvPr>
            <p:ph type="subTitle" idx="7"/>
          </p:nvPr>
        </p:nvSpPr>
        <p:spPr>
          <a:xfrm>
            <a:off x="2692432" y="4157457"/>
            <a:ext cx="15558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56"/>
          <p:cNvSpPr txBox="1">
            <a:spLocks noGrp="1"/>
          </p:cNvSpPr>
          <p:nvPr>
            <p:ph type="subTitle" idx="8"/>
          </p:nvPr>
        </p:nvSpPr>
        <p:spPr>
          <a:xfrm>
            <a:off x="4906147" y="4138965"/>
            <a:ext cx="15558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56"/>
          <p:cNvSpPr txBox="1">
            <a:spLocks noGrp="1"/>
          </p:cNvSpPr>
          <p:nvPr>
            <p:ph type="subTitle" idx="9"/>
          </p:nvPr>
        </p:nvSpPr>
        <p:spPr>
          <a:xfrm>
            <a:off x="2692574" y="3773185"/>
            <a:ext cx="15558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28" name="Google Shape;528;p56"/>
          <p:cNvSpPr txBox="1">
            <a:spLocks noGrp="1"/>
          </p:cNvSpPr>
          <p:nvPr>
            <p:ph type="subTitle" idx="13"/>
          </p:nvPr>
        </p:nvSpPr>
        <p:spPr>
          <a:xfrm>
            <a:off x="4906295" y="3774166"/>
            <a:ext cx="15558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600"/>
              <a:buFont typeface="Squada One"/>
              <a:buNone/>
              <a:defRPr sz="1600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27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>
            <a:spLocks noGrp="1"/>
          </p:cNvSpPr>
          <p:nvPr>
            <p:ph type="ctrTitle"/>
          </p:nvPr>
        </p:nvSpPr>
        <p:spPr>
          <a:xfrm flipH="1">
            <a:off x="457200" y="444899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31" name="Google Shape;531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31825" y="-795109"/>
            <a:ext cx="3139825" cy="28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20369" y="-796531"/>
            <a:ext cx="3139825" cy="28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28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466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465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8"/>
          <p:cNvSpPr txBox="1">
            <a:spLocks noGrp="1"/>
          </p:cNvSpPr>
          <p:nvPr>
            <p:ph type="ctrTitle"/>
          </p:nvPr>
        </p:nvSpPr>
        <p:spPr>
          <a:xfrm flipH="1">
            <a:off x="540000" y="507400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">
  <p:cSld name="CUSTOM_34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9"/>
          <p:cNvSpPr txBox="1">
            <a:spLocks noGrp="1"/>
          </p:cNvSpPr>
          <p:nvPr>
            <p:ph type="ctrTitle"/>
          </p:nvPr>
        </p:nvSpPr>
        <p:spPr>
          <a:xfrm flipH="1">
            <a:off x="457200" y="1443030"/>
            <a:ext cx="26958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1" name="Google Shape;541;p59"/>
          <p:cNvSpPr txBox="1"/>
          <p:nvPr/>
        </p:nvSpPr>
        <p:spPr>
          <a:xfrm>
            <a:off x="3390325" y="2006627"/>
            <a:ext cx="28182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</a:t>
            </a:r>
            <a:r>
              <a:rPr lang="en" sz="12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13716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D80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59"/>
          <p:cNvSpPr txBox="1">
            <a:spLocks noGrp="1"/>
          </p:cNvSpPr>
          <p:nvPr>
            <p:ph type="subTitle" idx="1"/>
          </p:nvPr>
        </p:nvSpPr>
        <p:spPr>
          <a:xfrm>
            <a:off x="457188" y="2038763"/>
            <a:ext cx="26958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pic>
        <p:nvPicPr>
          <p:cNvPr id="543" name="Google Shape;54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071778" y="-1374105"/>
            <a:ext cx="4072221" cy="367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058749" y="2776786"/>
            <a:ext cx="4072221" cy="3674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29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>
            <a:spLocks noGrp="1"/>
          </p:cNvSpPr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47" name="Google Shape;547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70966" y="39734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18995" y="389356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6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>
            <a:spLocks noGrp="1"/>
          </p:cNvSpPr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53" name="Google Shape;553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33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>
            <a:spLocks noGrp="1"/>
          </p:cNvSpPr>
          <p:nvPr>
            <p:ph type="ctrTitle"/>
          </p:nvPr>
        </p:nvSpPr>
        <p:spPr>
          <a:xfrm flipH="1">
            <a:off x="540000" y="455570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57" name="Google Shape;557;p62"/>
          <p:cNvSpPr txBox="1">
            <a:spLocks noGrp="1"/>
          </p:cNvSpPr>
          <p:nvPr>
            <p:ph type="subTitle" idx="1"/>
          </p:nvPr>
        </p:nvSpPr>
        <p:spPr>
          <a:xfrm>
            <a:off x="2588100" y="2210650"/>
            <a:ext cx="3967800" cy="18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558" name="Google Shape;558;p62">
            <a:hlinkClick r:id="rId2"/>
          </p:cNvPr>
          <p:cNvSpPr txBox="1">
            <a:spLocks noGrp="1"/>
          </p:cNvSpPr>
          <p:nvPr>
            <p:ph type="ctrTitle" idx="2"/>
          </p:nvPr>
        </p:nvSpPr>
        <p:spPr>
          <a:xfrm>
            <a:off x="3224100" y="1799442"/>
            <a:ext cx="2695800" cy="2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59" name="Google Shape;5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247964" y="32876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984228" y="32077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"/>
          <p:cNvSpPr txBox="1">
            <a:spLocks noGrp="1"/>
          </p:cNvSpPr>
          <p:nvPr>
            <p:ph type="title"/>
          </p:nvPr>
        </p:nvSpPr>
        <p:spPr>
          <a:xfrm>
            <a:off x="457200" y="1643975"/>
            <a:ext cx="8229600" cy="17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Primena NLP-a u klasifikaciji teksta</a:t>
            </a:r>
            <a:endParaRPr/>
          </a:p>
        </p:txBody>
      </p:sp>
      <p:sp>
        <p:nvSpPr>
          <p:cNvPr id="572" name="Google Shape;572;p65"/>
          <p:cNvSpPr txBox="1">
            <a:spLocks noGrp="1"/>
          </p:cNvSpPr>
          <p:nvPr>
            <p:ph type="subTitle" idx="1"/>
          </p:nvPr>
        </p:nvSpPr>
        <p:spPr>
          <a:xfrm>
            <a:off x="2001000" y="3629750"/>
            <a:ext cx="5142000" cy="7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Milica Grbušić 1583</a:t>
            </a:r>
            <a:br>
              <a:rPr lang="en" sz="1400"/>
            </a:br>
            <a:r>
              <a:rPr lang="en" sz="1400"/>
              <a:t>Inteligenti sistemi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"/>
          <p:cNvSpPr txBox="1">
            <a:spLocks noGrp="1"/>
          </p:cNvSpPr>
          <p:nvPr>
            <p:ph type="subTitle" idx="1"/>
          </p:nvPr>
        </p:nvSpPr>
        <p:spPr>
          <a:xfrm>
            <a:off x="2238075" y="1318425"/>
            <a:ext cx="4761000" cy="26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 savremenim informacionim sistemima ogromna količina podataka postoji u tekstualnom obliku.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Natural Language Processing (NLP) omogućava računarima da razumeju i analiziraju ljudski jezik.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Jedna od najznačajnijih primena NLP-a je klasifikacija teksta.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6"/>
          <p:cNvSpPr txBox="1">
            <a:spLocks noGrp="1"/>
          </p:cNvSpPr>
          <p:nvPr>
            <p:ph type="ctrTitle"/>
          </p:nvPr>
        </p:nvSpPr>
        <p:spPr>
          <a:xfrm>
            <a:off x="3339600" y="146500"/>
            <a:ext cx="2464800" cy="9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Uvod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7"/>
          <p:cNvSpPr txBox="1">
            <a:spLocks noGrp="1"/>
          </p:cNvSpPr>
          <p:nvPr>
            <p:ph type="ctrTitle"/>
          </p:nvPr>
        </p:nvSpPr>
        <p:spPr>
          <a:xfrm flipH="1">
            <a:off x="2875950" y="481775"/>
            <a:ext cx="33921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4000"/>
              <a:t>Šta je NLP</a:t>
            </a:r>
            <a:endParaRPr sz="4000"/>
          </a:p>
        </p:txBody>
      </p:sp>
      <p:sp>
        <p:nvSpPr>
          <p:cNvPr id="584" name="Google Shape;584;p67"/>
          <p:cNvSpPr txBox="1">
            <a:spLocks noGrp="1"/>
          </p:cNvSpPr>
          <p:nvPr>
            <p:ph type="subTitle" idx="1"/>
          </p:nvPr>
        </p:nvSpPr>
        <p:spPr>
          <a:xfrm>
            <a:off x="1735850" y="1385075"/>
            <a:ext cx="5737500" cy="14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NLP je oblast veštačke inteligencije koja se bavi obradom prirodnog jezika.</a:t>
            </a:r>
            <a:br>
              <a:rPr lang="en"/>
            </a:b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Kombinuje znanja iz lingvistike, statistike i mašinskog učenja.</a:t>
            </a:r>
            <a:br>
              <a:rPr lang="en"/>
            </a:b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Cilj NLP-a je da omogući računarima razumevanje, interpretaciju i generisanje teksta.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8"/>
          <p:cNvSpPr txBox="1">
            <a:spLocks noGrp="1"/>
          </p:cNvSpPr>
          <p:nvPr>
            <p:ph type="ctrTitle"/>
          </p:nvPr>
        </p:nvSpPr>
        <p:spPr>
          <a:xfrm flipH="1">
            <a:off x="1398650" y="284850"/>
            <a:ext cx="5152800" cy="6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Šta je klasifikacija teksta</a:t>
            </a:r>
            <a:endParaRPr sz="2700"/>
          </a:p>
        </p:txBody>
      </p:sp>
      <p:sp>
        <p:nvSpPr>
          <p:cNvPr id="590" name="Google Shape;590;p68"/>
          <p:cNvSpPr txBox="1">
            <a:spLocks noGrp="1"/>
          </p:cNvSpPr>
          <p:nvPr>
            <p:ph type="subTitle" idx="1"/>
          </p:nvPr>
        </p:nvSpPr>
        <p:spPr>
          <a:xfrm>
            <a:off x="1398650" y="1298875"/>
            <a:ext cx="48924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Klasifikacija teksta predstavlja zadatak dodeljivanja unapred definisanih klasa tekstualnim podacima.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Problem se najčešće modeluje kao supervised learning zadatak.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Primeri klasa: pozitivno/negativno, spam/ham, kategorije vesti.</a:t>
            </a:r>
            <a:endParaRPr sz="1600"/>
          </a:p>
        </p:txBody>
      </p:sp>
      <p:cxnSp>
        <p:nvCxnSpPr>
          <p:cNvPr id="591" name="Google Shape;591;p68"/>
          <p:cNvCxnSpPr/>
          <p:nvPr/>
        </p:nvCxnSpPr>
        <p:spPr>
          <a:xfrm>
            <a:off x="1494444" y="952350"/>
            <a:ext cx="3115500" cy="8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9"/>
          <p:cNvSpPr txBox="1">
            <a:spLocks noGrp="1"/>
          </p:cNvSpPr>
          <p:nvPr>
            <p:ph type="ctrTitle"/>
          </p:nvPr>
        </p:nvSpPr>
        <p:spPr>
          <a:xfrm flipH="1">
            <a:off x="4825200" y="382500"/>
            <a:ext cx="3956100" cy="99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Proces klasifikacije teksta</a:t>
            </a:r>
            <a:endParaRPr/>
          </a:p>
        </p:txBody>
      </p:sp>
      <p:sp>
        <p:nvSpPr>
          <p:cNvPr id="597" name="Google Shape;597;p69"/>
          <p:cNvSpPr txBox="1">
            <a:spLocks noGrp="1"/>
          </p:cNvSpPr>
          <p:nvPr>
            <p:ph type="subTitle" idx="1"/>
          </p:nvPr>
        </p:nvSpPr>
        <p:spPr>
          <a:xfrm>
            <a:off x="4825200" y="1440500"/>
            <a:ext cx="3321300" cy="24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Prikupljanje tekstualnih podataka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Pretprocesiranje teksta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Ekstrakcija karakteristika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Treniranje modela</a:t>
            </a:r>
            <a:br>
              <a:rPr lang="en"/>
            </a:b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Evaluacija i primena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598" name="Google Shape;5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550" y="1335625"/>
            <a:ext cx="3321301" cy="247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0"/>
          <p:cNvSpPr txBox="1">
            <a:spLocks noGrp="1"/>
          </p:cNvSpPr>
          <p:nvPr>
            <p:ph type="subTitle" idx="1"/>
          </p:nvPr>
        </p:nvSpPr>
        <p:spPr>
          <a:xfrm>
            <a:off x="4511650" y="1546325"/>
            <a:ext cx="3717900" cy="25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Tokenizacija</a:t>
            </a:r>
            <a:br>
              <a:rPr lang="en"/>
            </a:b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Uklanjanje stop reči</a:t>
            </a:r>
            <a:br>
              <a:rPr lang="en"/>
            </a:b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Normalizacija (lowercase, stemming, lemmatization)</a:t>
            </a:r>
            <a:br>
              <a:rPr lang="en"/>
            </a:b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Cilj: smanjenje šuma i standardizacija ulaznih podataka</a:t>
            </a:r>
            <a:endParaRPr/>
          </a:p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70"/>
          <p:cNvSpPr txBox="1">
            <a:spLocks noGrp="1"/>
          </p:cNvSpPr>
          <p:nvPr>
            <p:ph type="ctrTitle"/>
          </p:nvPr>
        </p:nvSpPr>
        <p:spPr>
          <a:xfrm>
            <a:off x="4511650" y="550050"/>
            <a:ext cx="3717900" cy="8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3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Pretprocesiranje teksta</a:t>
            </a:r>
            <a:endParaRPr sz="2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1"/>
          <p:cNvSpPr txBox="1">
            <a:spLocks noGrp="1"/>
          </p:cNvSpPr>
          <p:nvPr>
            <p:ph type="ctrTitle"/>
          </p:nvPr>
        </p:nvSpPr>
        <p:spPr>
          <a:xfrm>
            <a:off x="657228" y="1778585"/>
            <a:ext cx="1959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Bag of Words (BoW)</a:t>
            </a:r>
            <a:endParaRPr/>
          </a:p>
        </p:txBody>
      </p:sp>
      <p:sp>
        <p:nvSpPr>
          <p:cNvPr id="610" name="Google Shape;610;p71"/>
          <p:cNvSpPr txBox="1">
            <a:spLocks noGrp="1"/>
          </p:cNvSpPr>
          <p:nvPr>
            <p:ph type="ctrTitle" idx="2"/>
          </p:nvPr>
        </p:nvSpPr>
        <p:spPr>
          <a:xfrm>
            <a:off x="683625" y="3719572"/>
            <a:ext cx="1906500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Word embeddings</a:t>
            </a:r>
            <a:endParaRPr/>
          </a:p>
        </p:txBody>
      </p:sp>
      <p:sp>
        <p:nvSpPr>
          <p:cNvPr id="611" name="Google Shape;611;p71"/>
          <p:cNvSpPr txBox="1">
            <a:spLocks noGrp="1"/>
          </p:cNvSpPr>
          <p:nvPr>
            <p:ph type="ctrTitle" idx="4"/>
          </p:nvPr>
        </p:nvSpPr>
        <p:spPr>
          <a:xfrm>
            <a:off x="3207532" y="1784778"/>
            <a:ext cx="179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TF-IDF</a:t>
            </a:r>
            <a:endParaRPr/>
          </a:p>
        </p:txBody>
      </p:sp>
      <p:sp>
        <p:nvSpPr>
          <p:cNvPr id="612" name="Google Shape;612;p71"/>
          <p:cNvSpPr txBox="1">
            <a:spLocks noGrp="1"/>
          </p:cNvSpPr>
          <p:nvPr>
            <p:ph type="ctrTitle" idx="6"/>
          </p:nvPr>
        </p:nvSpPr>
        <p:spPr>
          <a:xfrm>
            <a:off x="3233530" y="380880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Contextual embeddings</a:t>
            </a:r>
            <a:endParaRPr/>
          </a:p>
        </p:txBody>
      </p:sp>
      <p:sp>
        <p:nvSpPr>
          <p:cNvPr id="613" name="Google Shape;613;p71"/>
          <p:cNvSpPr txBox="1">
            <a:spLocks noGrp="1"/>
          </p:cNvSpPr>
          <p:nvPr>
            <p:ph type="ctrTitle" idx="8"/>
          </p:nvPr>
        </p:nvSpPr>
        <p:spPr>
          <a:xfrm>
            <a:off x="579450" y="401450"/>
            <a:ext cx="45930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Reprezentacija teksta</a:t>
            </a:r>
            <a:endParaRPr/>
          </a:p>
        </p:txBody>
      </p:sp>
      <p:sp>
        <p:nvSpPr>
          <p:cNvPr id="614" name="Google Shape;614;p71"/>
          <p:cNvSpPr txBox="1">
            <a:spLocks noGrp="1"/>
          </p:cNvSpPr>
          <p:nvPr>
            <p:ph type="title" idx="9"/>
          </p:nvPr>
        </p:nvSpPr>
        <p:spPr>
          <a:xfrm>
            <a:off x="683628" y="1358010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5" name="Google Shape;615;p71"/>
          <p:cNvSpPr txBox="1">
            <a:spLocks noGrp="1"/>
          </p:cNvSpPr>
          <p:nvPr>
            <p:ph type="title" idx="13"/>
          </p:nvPr>
        </p:nvSpPr>
        <p:spPr>
          <a:xfrm>
            <a:off x="683636" y="3141768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16" name="Google Shape;616;p71"/>
          <p:cNvSpPr txBox="1">
            <a:spLocks noGrp="1"/>
          </p:cNvSpPr>
          <p:nvPr>
            <p:ph type="title" idx="14"/>
          </p:nvPr>
        </p:nvSpPr>
        <p:spPr>
          <a:xfrm>
            <a:off x="3180682" y="1370400"/>
            <a:ext cx="1853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17" name="Google Shape;617;p71"/>
          <p:cNvSpPr txBox="1">
            <a:spLocks noGrp="1"/>
          </p:cNvSpPr>
          <p:nvPr>
            <p:ph type="title" idx="15"/>
          </p:nvPr>
        </p:nvSpPr>
        <p:spPr>
          <a:xfrm>
            <a:off x="3233530" y="314177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2"/>
          <p:cNvSpPr txBox="1">
            <a:spLocks noGrp="1"/>
          </p:cNvSpPr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Modeli za klasifikaciju</a:t>
            </a:r>
            <a:endParaRPr/>
          </a:p>
        </p:txBody>
      </p:sp>
      <p:sp>
        <p:nvSpPr>
          <p:cNvPr id="623" name="Google Shape;623;p72"/>
          <p:cNvSpPr txBox="1">
            <a:spLocks noGrp="1"/>
          </p:cNvSpPr>
          <p:nvPr>
            <p:ph type="subTitle" idx="1"/>
          </p:nvPr>
        </p:nvSpPr>
        <p:spPr>
          <a:xfrm>
            <a:off x="3675813" y="2100350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624" name="Google Shape;624;p72"/>
          <p:cNvSpPr txBox="1">
            <a:spLocks noGrp="1"/>
          </p:cNvSpPr>
          <p:nvPr>
            <p:ph type="subTitle" idx="4"/>
          </p:nvPr>
        </p:nvSpPr>
        <p:spPr>
          <a:xfrm>
            <a:off x="5898455" y="2074101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Support Vector Machines</a:t>
            </a:r>
            <a:endParaRPr/>
          </a:p>
        </p:txBody>
      </p:sp>
      <p:sp>
        <p:nvSpPr>
          <p:cNvPr id="625" name="Google Shape;625;p72"/>
          <p:cNvSpPr txBox="1">
            <a:spLocks noGrp="1"/>
          </p:cNvSpPr>
          <p:nvPr>
            <p:ph type="subTitle" idx="6"/>
          </p:nvPr>
        </p:nvSpPr>
        <p:spPr>
          <a:xfrm>
            <a:off x="1416400" y="2100350"/>
            <a:ext cx="1883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Naive Bayes</a:t>
            </a:r>
            <a:endParaRPr/>
          </a:p>
        </p:txBody>
      </p:sp>
      <p:sp>
        <p:nvSpPr>
          <p:cNvPr id="626" name="Google Shape;626;p72"/>
          <p:cNvSpPr txBox="1">
            <a:spLocks noGrp="1"/>
          </p:cNvSpPr>
          <p:nvPr>
            <p:ph type="ctrTitle" idx="7"/>
          </p:nvPr>
        </p:nvSpPr>
        <p:spPr>
          <a:xfrm>
            <a:off x="3675795" y="3278738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Tradicionalni ML modeli:</a:t>
            </a:r>
            <a:endParaRPr/>
          </a:p>
        </p:txBody>
      </p:sp>
      <p:sp>
        <p:nvSpPr>
          <p:cNvPr id="627" name="Google Shape;627;p72"/>
          <p:cNvSpPr txBox="1">
            <a:spLocks noGrp="1"/>
          </p:cNvSpPr>
          <p:nvPr>
            <p:ph type="subTitle" idx="13"/>
          </p:nvPr>
        </p:nvSpPr>
        <p:spPr>
          <a:xfrm>
            <a:off x="1413926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RNN, LSTM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72"/>
          <p:cNvSpPr txBox="1">
            <a:spLocks noGrp="1"/>
          </p:cNvSpPr>
          <p:nvPr>
            <p:ph type="ctrTitle" idx="7"/>
          </p:nvPr>
        </p:nvSpPr>
        <p:spPr>
          <a:xfrm>
            <a:off x="3675795" y="382326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modeli:</a:t>
            </a:r>
            <a:endParaRPr/>
          </a:p>
        </p:txBody>
      </p:sp>
      <p:cxnSp>
        <p:nvCxnSpPr>
          <p:cNvPr id="629" name="Google Shape;629;p72"/>
          <p:cNvCxnSpPr>
            <a:stCxn id="626" idx="0"/>
          </p:cNvCxnSpPr>
          <p:nvPr/>
        </p:nvCxnSpPr>
        <p:spPr>
          <a:xfrm rot="10800000">
            <a:off x="4589295" y="2840438"/>
            <a:ext cx="7200" cy="438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630" name="Google Shape;630;p72"/>
          <p:cNvSpPr txBox="1">
            <a:spLocks noGrp="1"/>
          </p:cNvSpPr>
          <p:nvPr>
            <p:ph type="subTitle" idx="15"/>
          </p:nvPr>
        </p:nvSpPr>
        <p:spPr>
          <a:xfrm>
            <a:off x="5937675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Transformer modeli (BERT)</a:t>
            </a:r>
            <a:endParaRPr/>
          </a:p>
        </p:txBody>
      </p:sp>
      <p:cxnSp>
        <p:nvCxnSpPr>
          <p:cNvPr id="631" name="Google Shape;631;p72"/>
          <p:cNvCxnSpPr>
            <a:stCxn id="626" idx="0"/>
          </p:cNvCxnSpPr>
          <p:nvPr/>
        </p:nvCxnSpPr>
        <p:spPr>
          <a:xfrm rot="10800000">
            <a:off x="2677695" y="2856638"/>
            <a:ext cx="1918800" cy="42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632" name="Google Shape;632;p72"/>
          <p:cNvCxnSpPr>
            <a:stCxn id="626" idx="0"/>
          </p:cNvCxnSpPr>
          <p:nvPr/>
        </p:nvCxnSpPr>
        <p:spPr>
          <a:xfrm rot="10800000" flipH="1">
            <a:off x="4596495" y="2856638"/>
            <a:ext cx="2125800" cy="4221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633" name="Google Shape;633;p72"/>
          <p:cNvCxnSpPr>
            <a:stCxn id="628" idx="1"/>
            <a:endCxn id="627" idx="3"/>
          </p:cNvCxnSpPr>
          <p:nvPr/>
        </p:nvCxnSpPr>
        <p:spPr>
          <a:xfrm rot="10800000">
            <a:off x="3255195" y="3842163"/>
            <a:ext cx="420600" cy="270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634" name="Google Shape;634;p72"/>
          <p:cNvCxnSpPr>
            <a:stCxn id="628" idx="3"/>
            <a:endCxn id="630" idx="1"/>
          </p:cNvCxnSpPr>
          <p:nvPr/>
        </p:nvCxnSpPr>
        <p:spPr>
          <a:xfrm rot="10800000" flipH="1">
            <a:off x="5517195" y="3842163"/>
            <a:ext cx="420600" cy="270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3"/>
          <p:cNvSpPr txBox="1">
            <a:spLocks noGrp="1"/>
          </p:cNvSpPr>
          <p:nvPr>
            <p:ph type="ctrTitle"/>
          </p:nvPr>
        </p:nvSpPr>
        <p:spPr>
          <a:xfrm flipH="1">
            <a:off x="4215850" y="664175"/>
            <a:ext cx="4663200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Primene u praksi</a:t>
            </a:r>
            <a:endParaRPr/>
          </a:p>
        </p:txBody>
      </p:sp>
      <p:sp>
        <p:nvSpPr>
          <p:cNvPr id="640" name="Google Shape;640;p73"/>
          <p:cNvSpPr txBox="1">
            <a:spLocks noGrp="1"/>
          </p:cNvSpPr>
          <p:nvPr>
            <p:ph type="subTitle" idx="1"/>
          </p:nvPr>
        </p:nvSpPr>
        <p:spPr>
          <a:xfrm>
            <a:off x="5427750" y="1819725"/>
            <a:ext cx="34512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Analiza sentimenta (recenzije, društvene mreže)</a:t>
            </a:r>
            <a:br>
              <a:rPr lang="en"/>
            </a:b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Spam detection u e-mail sistemima</a:t>
            </a:r>
            <a:br>
              <a:rPr lang="en"/>
            </a:b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Klasifikacija vesti i dokumenata</a:t>
            </a:r>
            <a:br>
              <a:rPr lang="en"/>
            </a:b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Detekcija govora mržnje i lažnih vesti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4"/>
          <p:cNvSpPr txBox="1">
            <a:spLocks noGrp="1"/>
          </p:cNvSpPr>
          <p:nvPr>
            <p:ph type="ctrTitle"/>
          </p:nvPr>
        </p:nvSpPr>
        <p:spPr>
          <a:xfrm flipH="1">
            <a:off x="2359650" y="1400650"/>
            <a:ext cx="4424700" cy="9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Prednosti NLP klasifikacije</a:t>
            </a:r>
            <a:endParaRPr/>
          </a:p>
        </p:txBody>
      </p:sp>
      <p:sp>
        <p:nvSpPr>
          <p:cNvPr id="646" name="Google Shape;646;p74"/>
          <p:cNvSpPr txBox="1">
            <a:spLocks noGrp="1"/>
          </p:cNvSpPr>
          <p:nvPr>
            <p:ph type="subTitle" idx="1"/>
          </p:nvPr>
        </p:nvSpPr>
        <p:spPr>
          <a:xfrm>
            <a:off x="2378700" y="2668350"/>
            <a:ext cx="4386600" cy="13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Automatizacija obrade velikih količina teksta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Brza i skalabilna analiza</a:t>
            </a:r>
            <a:br>
              <a:rPr lang="en"/>
            </a:br>
            <a:r>
              <a:rPr lang="en"/>
              <a:t>Primena u realnom vremenu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Visoka tačnost uz savremene modele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7" name="Google Shape;647;p74"/>
          <p:cNvCxnSpPr/>
          <p:nvPr/>
        </p:nvCxnSpPr>
        <p:spPr>
          <a:xfrm rot="10800000">
            <a:off x="2493000" y="2429300"/>
            <a:ext cx="4158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5"/>
          <p:cNvSpPr txBox="1">
            <a:spLocks noGrp="1"/>
          </p:cNvSpPr>
          <p:nvPr>
            <p:ph type="ctrTitle"/>
          </p:nvPr>
        </p:nvSpPr>
        <p:spPr>
          <a:xfrm>
            <a:off x="5241695" y="973600"/>
            <a:ext cx="2965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Izazovi</a:t>
            </a:r>
            <a:endParaRPr/>
          </a:p>
        </p:txBody>
      </p:sp>
      <p:sp>
        <p:nvSpPr>
          <p:cNvPr id="653" name="Google Shape;653;p75"/>
          <p:cNvSpPr txBox="1">
            <a:spLocks noGrp="1"/>
          </p:cNvSpPr>
          <p:nvPr>
            <p:ph type="subTitle" idx="1"/>
          </p:nvPr>
        </p:nvSpPr>
        <p:spPr>
          <a:xfrm>
            <a:off x="5258950" y="1644100"/>
            <a:ext cx="2930700" cy="16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Dvosmislenost prirodnog jezika</a:t>
            </a:r>
            <a:br>
              <a:rPr lang="en"/>
            </a:b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Zavisnost od kvaliteta podataka</a:t>
            </a:r>
            <a:br>
              <a:rPr lang="en"/>
            </a:b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Potreba za velikim skupovima podataka</a:t>
            </a:r>
            <a:br>
              <a:rPr lang="en"/>
            </a:b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Računarska zahtevnost dubokih modela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654" name="Google Shape;654;p75"/>
          <p:cNvPicPr preferRelativeResize="0"/>
          <p:nvPr/>
        </p:nvPicPr>
        <p:blipFill rotWithShape="1">
          <a:blip r:embed="rId3">
            <a:alphaModFix/>
          </a:blip>
          <a:srcRect l="19302" t="-24292" r="19302" b="40526"/>
          <a:stretch/>
        </p:blipFill>
        <p:spPr>
          <a:xfrm rot="5400000" flipH="1">
            <a:off x="-239711" y="177939"/>
            <a:ext cx="5220724" cy="4741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936275" y="-111647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6"/>
          <p:cNvSpPr txBox="1">
            <a:spLocks noGrp="1"/>
          </p:cNvSpPr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Zaključak</a:t>
            </a:r>
            <a:endParaRPr/>
          </a:p>
        </p:txBody>
      </p:sp>
      <p:sp>
        <p:nvSpPr>
          <p:cNvPr id="661" name="Google Shape;661;p76"/>
          <p:cNvSpPr txBox="1">
            <a:spLocks noGrp="1"/>
          </p:cNvSpPr>
          <p:nvPr>
            <p:ph type="subTitle" idx="1"/>
          </p:nvPr>
        </p:nvSpPr>
        <p:spPr>
          <a:xfrm>
            <a:off x="4838200" y="1293123"/>
            <a:ext cx="3242700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NLP ima ključnu ulogu u savremenim AI sistemima.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Klasifikacija teksta omogućava efikasnu analizu nestrukturisanih podataka.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62" name="Google Shape;662;p76"/>
          <p:cNvSpPr txBox="1">
            <a:spLocks noGrp="1"/>
          </p:cNvSpPr>
          <p:nvPr>
            <p:ph type="subTitle" idx="2"/>
          </p:nvPr>
        </p:nvSpPr>
        <p:spPr>
          <a:xfrm>
            <a:off x="4842800" y="3565126"/>
            <a:ext cx="3242700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Razvoj transformer modela značajno je unapredio performanse NLP sistema.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NLP klasifikacija je neizostavan deo inteligentnih sistema danas.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grpSp>
        <p:nvGrpSpPr>
          <p:cNvPr id="663" name="Google Shape;663;p76"/>
          <p:cNvGrpSpPr/>
          <p:nvPr/>
        </p:nvGrpSpPr>
        <p:grpSpPr>
          <a:xfrm>
            <a:off x="6281009" y="757639"/>
            <a:ext cx="366269" cy="359907"/>
            <a:chOff x="-60988625" y="2310475"/>
            <a:chExt cx="316650" cy="311150"/>
          </a:xfrm>
        </p:grpSpPr>
        <p:sp>
          <p:nvSpPr>
            <p:cNvPr id="664" name="Google Shape;664;p76"/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6"/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6"/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6"/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76"/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76"/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76"/>
          <p:cNvGrpSpPr/>
          <p:nvPr/>
        </p:nvGrpSpPr>
        <p:grpSpPr>
          <a:xfrm>
            <a:off x="6251249" y="3027492"/>
            <a:ext cx="420796" cy="371887"/>
            <a:chOff x="-3137650" y="2787000"/>
            <a:chExt cx="291450" cy="257575"/>
          </a:xfrm>
        </p:grpSpPr>
        <p:sp>
          <p:nvSpPr>
            <p:cNvPr id="671" name="Google Shape;671;p76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6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6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6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6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6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6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6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7"/>
          <p:cNvSpPr txBox="1">
            <a:spLocks noGrp="1"/>
          </p:cNvSpPr>
          <p:nvPr>
            <p:ph type="ctrTitle"/>
          </p:nvPr>
        </p:nvSpPr>
        <p:spPr>
          <a:xfrm flipH="1">
            <a:off x="1187500" y="445025"/>
            <a:ext cx="6784500" cy="17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Squada One" panose="020B0604020202020204" charset="0"/>
              </a:rPr>
              <a:t>HVALA NA PAžNJI!</a:t>
            </a:r>
            <a:endParaRPr dirty="0">
              <a:latin typeface="Squada One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On-screen Show (16:9)</PresentationFormat>
  <Paragraphs>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Livvic</vt:lpstr>
      <vt:lpstr>Roboto</vt:lpstr>
      <vt:lpstr>Fira Sans Extra Condensed Medium</vt:lpstr>
      <vt:lpstr>Squada One</vt:lpstr>
      <vt:lpstr>Roboto Condensed Light</vt:lpstr>
      <vt:lpstr>Tech Startup XL by Slidesgo</vt:lpstr>
      <vt:lpstr>Primena NLP-a u klasifikaciji teksta</vt:lpstr>
      <vt:lpstr>Uvod</vt:lpstr>
      <vt:lpstr>Šta je NLP</vt:lpstr>
      <vt:lpstr>Šta je klasifikacija teksta</vt:lpstr>
      <vt:lpstr>Proces klasifikacije teksta</vt:lpstr>
      <vt:lpstr>Pretprocesiranje teksta</vt:lpstr>
      <vt:lpstr>Bag of Words (BoW)</vt:lpstr>
      <vt:lpstr>Modeli za klasifikaciju</vt:lpstr>
      <vt:lpstr>Primene u praksi</vt:lpstr>
      <vt:lpstr> Prednosti NLP klasifikacije</vt:lpstr>
      <vt:lpstr>Izazovi</vt:lpstr>
      <vt:lpstr>Zaključak</vt:lpstr>
      <vt:lpstr>HVALA NA PAžNJI!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Milica Grbusic</cp:lastModifiedBy>
  <cp:revision>1</cp:revision>
  <dcterms:modified xsi:type="dcterms:W3CDTF">2026-01-26T21:57:30Z</dcterms:modified>
</cp:coreProperties>
</file>