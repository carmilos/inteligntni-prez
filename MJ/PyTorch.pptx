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53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81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95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061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9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5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1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42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65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11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41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6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1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PyTorch</a:t>
            </a:r>
            <a:endParaRPr lang="sr-Latn-R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Milo</a:t>
            </a:r>
            <a:r>
              <a:rPr lang="sr-Latn-RS" smtClean="0"/>
              <a:t>š jakovljević</a:t>
            </a:r>
            <a:endParaRPr lang="sr-Latn-R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936" y="428843"/>
            <a:ext cx="3458058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640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Šta je PyTorch?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PyTorch je open-source biblioteka za mašinsko i duboko učenje.</a:t>
            </a:r>
          </a:p>
          <a:p>
            <a:r>
              <a:t>Razvijena je od strane Meta AI (Facebook AI Research).</a:t>
            </a:r>
          </a:p>
          <a:p>
            <a:r>
              <a:t>Omogućava efikasno treniranje neuronskih mreža i rad sa velikim skupovima podataka.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Zašto koristiti PyTorch?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PyTorch koristi jednostavan i čitljiv Python sintaks.</a:t>
            </a:r>
          </a:p>
          <a:p>
            <a:r>
              <a:t>Podržava dinamičke grafove što olakšava debugovanje.</a:t>
            </a:r>
          </a:p>
          <a:p>
            <a:r>
              <a:t>Široko je prihvaćen u akademiji i industriji.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Primjena PyTorch-a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Koristi se u dubokom učenju i istraživanju.</a:t>
            </a:r>
          </a:p>
          <a:p>
            <a:r>
              <a:t>Primjene uključuju računarski vid, obradu prirodnog jezika i govor.</a:t>
            </a:r>
          </a:p>
          <a:p>
            <a:r>
              <a:t>Popularan je u razvoju AI modela u realnim sistemima.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Tensor-i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Tensor je osnovna struktura podataka u PyTorch-u.</a:t>
            </a:r>
          </a:p>
          <a:p>
            <a:r>
              <a:t>Slični su NumPy nizovima, ali sa dodatnom GPU podrškom.</a:t>
            </a:r>
          </a:p>
          <a:p>
            <a:r>
              <a:t>Omogućavaju efikasne matematičke operacije.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Autograd mehanizam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Autograd omogućava automatsko računanje gradijenata.</a:t>
            </a:r>
          </a:p>
          <a:p>
            <a:r>
              <a:t>Ključan je za backpropagation algoritam.</a:t>
            </a:r>
          </a:p>
          <a:p>
            <a:r>
              <a:t>Olakšava treniranje kompleksnih neuronskih mreža.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Neuronske mreže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PyTorch koristi torch.nn modul za izgradnju mreža.</a:t>
            </a:r>
          </a:p>
          <a:p>
            <a:r>
              <a:t>Sadrži gotove slojeve poput Linear, Conv2d i LSTM.</a:t>
            </a:r>
          </a:p>
          <a:p>
            <a:r>
              <a:t>Omogućava jednostavno definisanje modela.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Funkcije gubitka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Funkcije gubitka mjere grešku modela.</a:t>
            </a:r>
          </a:p>
          <a:p>
            <a:r>
              <a:t>PyTorch nudi MSELoss, CrossEntropyLoss i druge.</a:t>
            </a:r>
          </a:p>
          <a:p>
            <a:r>
              <a:t>Izbor funkcije zavisi od tipa problema.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Optimizatori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Optimizatori se koriste za ažuriranje težina modela.</a:t>
            </a:r>
          </a:p>
          <a:p>
            <a:r>
              <a:t>Najčešći su SGD, Adam i RMSprop.</a:t>
            </a:r>
          </a:p>
          <a:p>
            <a:r>
              <a:t>Pravilna optimizacija poboljšava performanse modela.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 DataLoader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predstavlja skup podataka.</a:t>
            </a:r>
          </a:p>
          <a:p>
            <a:r>
              <a:t>DataLoader omogućava batch učitavanje i miješanje podataka.</a:t>
            </a:r>
          </a:p>
          <a:p>
            <a:r>
              <a:t>Poboljšava efikasnost treniranja.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GPU i CUDA podrška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PyTorch podržava rad na GPU uređajima pomoću CUDA-e.</a:t>
            </a:r>
          </a:p>
          <a:p>
            <a:r>
              <a:t>Omogućava značajno brže treniranje modela.</a:t>
            </a:r>
          </a:p>
          <a:p>
            <a:r>
              <a:t>Jednostavno prebacivanje podataka na GPU.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Poredjenje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TensorFlow</a:t>
            </a:r>
            <a:endParaRPr lang="sr-Latn-R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2215153"/>
              </p:ext>
            </p:extLst>
          </p:nvPr>
        </p:nvGraphicFramePr>
        <p:xfrm>
          <a:off x="1174318" y="3024376"/>
          <a:ext cx="6346824" cy="2377440"/>
        </p:xfrm>
        <a:graphic>
          <a:graphicData uri="http://schemas.openxmlformats.org/drawingml/2006/table">
            <a:tbl>
              <a:tblPr/>
              <a:tblGrid>
                <a:gridCol w="2115608">
                  <a:extLst>
                    <a:ext uri="{9D8B030D-6E8A-4147-A177-3AD203B41FA5}">
                      <a16:colId xmlns:a16="http://schemas.microsoft.com/office/drawing/2014/main" val="1560708202"/>
                    </a:ext>
                  </a:extLst>
                </a:gridCol>
                <a:gridCol w="2115608">
                  <a:extLst>
                    <a:ext uri="{9D8B030D-6E8A-4147-A177-3AD203B41FA5}">
                      <a16:colId xmlns:a16="http://schemas.microsoft.com/office/drawing/2014/main" val="1104119933"/>
                    </a:ext>
                  </a:extLst>
                </a:gridCol>
                <a:gridCol w="2115608">
                  <a:extLst>
                    <a:ext uri="{9D8B030D-6E8A-4147-A177-3AD203B41FA5}">
                      <a16:colId xmlns:a16="http://schemas.microsoft.com/office/drawing/2014/main" val="2168968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sr-Latn-RS" b="1">
                          <a:effectLst/>
                          <a:latin typeface="Google Sans Text"/>
                        </a:rPr>
                        <a:t>Karakteristika</a:t>
                      </a:r>
                      <a:endParaRPr lang="sr-Latn-R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r-Latn-RS" b="1">
                          <a:effectLst/>
                          <a:latin typeface="Google Sans Text"/>
                        </a:rPr>
                        <a:t>PyTorch</a:t>
                      </a:r>
                      <a:endParaRPr lang="sr-Latn-R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r-Latn-RS" b="1">
                          <a:effectLst/>
                          <a:latin typeface="Google Sans Text"/>
                        </a:rPr>
                        <a:t>TensorFlow</a:t>
                      </a:r>
                      <a:endParaRPr lang="sr-Latn-R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7993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r-Latn-RS" b="1">
                          <a:effectLst/>
                          <a:latin typeface="Google Sans Text"/>
                        </a:rPr>
                        <a:t>Graf</a:t>
                      </a:r>
                      <a:endParaRPr lang="sr-Latn-R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r-Latn-RS">
                          <a:effectLst/>
                          <a:latin typeface="Google Sans Text"/>
                        </a:rPr>
                        <a:t>Dinamički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r-Latn-RS">
                          <a:effectLst/>
                          <a:latin typeface="Google Sans Text"/>
                        </a:rPr>
                        <a:t>Statički/Dinamički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0577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r-Latn-RS" b="1">
                          <a:effectLst/>
                          <a:latin typeface="Google Sans Text"/>
                        </a:rPr>
                        <a:t>Kriva učenja</a:t>
                      </a:r>
                      <a:endParaRPr lang="sr-Latn-R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r-Latn-RS">
                          <a:effectLst/>
                          <a:latin typeface="Google Sans Text"/>
                        </a:rPr>
                        <a:t>Lakša (Pythonic)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r-Latn-RS">
                          <a:effectLst/>
                          <a:latin typeface="Google Sans Text"/>
                        </a:rPr>
                        <a:t>Nešto teža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2601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r-Latn-RS" b="1">
                          <a:effectLst/>
                          <a:latin typeface="Google Sans Text"/>
                        </a:rPr>
                        <a:t>Zajednica</a:t>
                      </a:r>
                      <a:endParaRPr lang="sr-Latn-R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r-Latn-RS">
                          <a:effectLst/>
                          <a:latin typeface="Google Sans Text"/>
                        </a:rPr>
                        <a:t>Istraživači (Research)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r-Latn-RS">
                          <a:effectLst/>
                          <a:latin typeface="Google Sans Text"/>
                        </a:rPr>
                        <a:t>Produkcija (Industry)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995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sr-Latn-RS" b="1">
                          <a:effectLst/>
                          <a:latin typeface="Google Sans Text"/>
                        </a:rPr>
                        <a:t>Debagovanje</a:t>
                      </a:r>
                      <a:endParaRPr lang="sr-Latn-R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r-Latn-RS">
                          <a:effectLst/>
                          <a:latin typeface="Google Sans Text"/>
                        </a:rPr>
                        <a:t>Jednostavno (PDB)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r-Latn-RS" dirty="0">
                          <a:effectLst/>
                          <a:latin typeface="Google Sans Text"/>
                        </a:rPr>
                        <a:t>Kompleksnije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1401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0404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PyTorch je moćna i fleksibilna biblioteka.</a:t>
            </a:r>
          </a:p>
          <a:p>
            <a:r>
              <a:t>Pogodna je za učenje, istraživanje i produkciju.</a:t>
            </a:r>
          </a:p>
          <a:p>
            <a:r>
              <a:t>Predstavlja jedan od standarda u modernom AI razvoju.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318</Words>
  <Application>Microsoft Office PowerPoint</Application>
  <PresentationFormat>On-screen Show (4:3)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Calibri Light</vt:lpstr>
      <vt:lpstr>Google Sans Text</vt:lpstr>
      <vt:lpstr>Retrospect</vt:lpstr>
      <vt:lpstr>PyTorch</vt:lpstr>
      <vt:lpstr>Šta je PyTorch?</vt:lpstr>
      <vt:lpstr>Zašto koristiti PyTorch?</vt:lpstr>
      <vt:lpstr>Primjena PyTorch-a</vt:lpstr>
      <vt:lpstr>Tensor-i</vt:lpstr>
      <vt:lpstr>Autograd mehanizam</vt:lpstr>
      <vt:lpstr>Neuronske mreže</vt:lpstr>
      <vt:lpstr>Funkcije gubitka</vt:lpstr>
      <vt:lpstr>Optimizatori</vt:lpstr>
      <vt:lpstr>Dataset i DataLoader</vt:lpstr>
      <vt:lpstr>GPU i CUDA podrška</vt:lpstr>
      <vt:lpstr>Poredjenje sa TensorFlow</vt:lpstr>
      <vt:lpstr>Zaključak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PyTorch</dc:title>
  <dc:subject/>
  <dc:creator/>
  <cp:keywords/>
  <dc:description>generated using python-pptx</dc:description>
  <cp:lastModifiedBy>Jakovljevic Milos Externalconsultant (LMB)</cp:lastModifiedBy>
  <cp:revision>5</cp:revision>
  <dcterms:created xsi:type="dcterms:W3CDTF">2013-01-27T09:14:16Z</dcterms:created>
  <dcterms:modified xsi:type="dcterms:W3CDTF">2026-01-28T12:43:55Z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for internal use</vt:lpwstr>
  </property>
</Properties>
</file>