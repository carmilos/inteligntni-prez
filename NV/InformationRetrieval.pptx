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9" r:id="rId3"/>
    <p:sldId id="257" r:id="rId4"/>
    <p:sldId id="262" r:id="rId5"/>
    <p:sldId id="278" r:id="rId6"/>
    <p:sldId id="279" r:id="rId7"/>
    <p:sldId id="270" r:id="rId8"/>
    <p:sldId id="280" r:id="rId9"/>
    <p:sldId id="281" r:id="rId10"/>
    <p:sldId id="277" r:id="rId11"/>
  </p:sldIdLst>
  <p:sldSz cx="9144000" cy="5143500" type="screen16x9"/>
  <p:notesSz cx="6858000" cy="9144000"/>
  <p:embeddedFontLst>
    <p:embeddedFont>
      <p:font typeface="Alexandria" panose="020B0604020202020204" charset="-78"/>
      <p:regular r:id="rId13"/>
      <p:bold r:id="rId14"/>
    </p:embeddedFont>
    <p:embeddedFont>
      <p:font typeface="Fira Sans" panose="020B0503050000020004" pitchFamily="34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92E1F7-89EB-45DB-9F75-1B26326A9E84}">
  <a:tblStyle styleId="{9D92E1F7-89EB-45DB-9F75-1B26326A9E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B66D92D-FF7E-4804-BE5F-37856B89860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>
          <a:extLst>
            <a:ext uri="{FF2B5EF4-FFF2-40B4-BE49-F238E27FC236}">
              <a16:creationId xmlns:a16="http://schemas.microsoft.com/office/drawing/2014/main" id="{419253CD-A6BF-491D-BB1D-E00DABDD5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184d99d1a72_0_15:notes">
            <a:extLst>
              <a:ext uri="{FF2B5EF4-FFF2-40B4-BE49-F238E27FC236}">
                <a16:creationId xmlns:a16="http://schemas.microsoft.com/office/drawing/2014/main" id="{41EFC9FF-7452-05E9-65E6-0C6052AC5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184d99d1a72_0_15:notes">
            <a:extLst>
              <a:ext uri="{FF2B5EF4-FFF2-40B4-BE49-F238E27FC236}">
                <a16:creationId xmlns:a16="http://schemas.microsoft.com/office/drawing/2014/main" id="{2CEE0A6D-C252-9232-3FBC-80C9226B3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464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>
          <a:extLst>
            <a:ext uri="{FF2B5EF4-FFF2-40B4-BE49-F238E27FC236}">
              <a16:creationId xmlns:a16="http://schemas.microsoft.com/office/drawing/2014/main" id="{14B888FD-E533-16EE-C45B-DF1198E1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184d99d1a72_0_15:notes">
            <a:extLst>
              <a:ext uri="{FF2B5EF4-FFF2-40B4-BE49-F238E27FC236}">
                <a16:creationId xmlns:a16="http://schemas.microsoft.com/office/drawing/2014/main" id="{23B9D85B-4BC1-400A-F429-580FBAF43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184d99d1a72_0_15:notes">
            <a:extLst>
              <a:ext uri="{FF2B5EF4-FFF2-40B4-BE49-F238E27FC236}">
                <a16:creationId xmlns:a16="http://schemas.microsoft.com/office/drawing/2014/main" id="{30691ED2-4D52-651A-9D50-75E03726D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046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>
          <a:extLst>
            <a:ext uri="{FF2B5EF4-FFF2-40B4-BE49-F238E27FC236}">
              <a16:creationId xmlns:a16="http://schemas.microsoft.com/office/drawing/2014/main" id="{566DBDA7-309B-3F5A-5FB7-5FC2601D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184d99d1a72_0_15:notes">
            <a:extLst>
              <a:ext uri="{FF2B5EF4-FFF2-40B4-BE49-F238E27FC236}">
                <a16:creationId xmlns:a16="http://schemas.microsoft.com/office/drawing/2014/main" id="{5F815285-C1A8-7DDA-10A0-A77325FBC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184d99d1a72_0_15:notes">
            <a:extLst>
              <a:ext uri="{FF2B5EF4-FFF2-40B4-BE49-F238E27FC236}">
                <a16:creationId xmlns:a16="http://schemas.microsoft.com/office/drawing/2014/main" id="{6612F97A-B2C6-A01C-B1B1-DB0C16A63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7572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>
          <a:extLst>
            <a:ext uri="{FF2B5EF4-FFF2-40B4-BE49-F238E27FC236}">
              <a16:creationId xmlns:a16="http://schemas.microsoft.com/office/drawing/2014/main" id="{F6F8A8B4-DE7B-4680-D613-62802D2A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184d99d1a72_0_15:notes">
            <a:extLst>
              <a:ext uri="{FF2B5EF4-FFF2-40B4-BE49-F238E27FC236}">
                <a16:creationId xmlns:a16="http://schemas.microsoft.com/office/drawing/2014/main" id="{ABDFB20A-59D9-ED61-A8DA-8EC000673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184d99d1a72_0_15:notes">
            <a:extLst>
              <a:ext uri="{FF2B5EF4-FFF2-40B4-BE49-F238E27FC236}">
                <a16:creationId xmlns:a16="http://schemas.microsoft.com/office/drawing/2014/main" id="{C1B25095-071D-E977-CD41-E970A318E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423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284768738e5_0_1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284768738e5_0_1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63735" y="86601"/>
            <a:ext cx="9526822" cy="4996757"/>
            <a:chOff x="-463735" y="86601"/>
            <a:chExt cx="9526822" cy="499675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8158142" y="4239814"/>
              <a:ext cx="904944" cy="689136"/>
              <a:chOff x="1288225" y="3590375"/>
              <a:chExt cx="315125" cy="239975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1333950" y="3717625"/>
                <a:ext cx="115250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2680" extrusionOk="0">
                    <a:moveTo>
                      <a:pt x="4488" y="1"/>
                    </a:moveTo>
                    <a:cubicBezTo>
                      <a:pt x="4472" y="1"/>
                      <a:pt x="4455" y="6"/>
                      <a:pt x="4438" y="17"/>
                    </a:cubicBezTo>
                    <a:lnTo>
                      <a:pt x="73" y="2471"/>
                    </a:lnTo>
                    <a:cubicBezTo>
                      <a:pt x="19" y="2507"/>
                      <a:pt x="1" y="2562"/>
                      <a:pt x="28" y="2616"/>
                    </a:cubicBezTo>
                    <a:cubicBezTo>
                      <a:pt x="46" y="2652"/>
                      <a:pt x="91" y="2679"/>
                      <a:pt x="119" y="2679"/>
                    </a:cubicBezTo>
                    <a:cubicBezTo>
                      <a:pt x="137" y="2679"/>
                      <a:pt x="155" y="2661"/>
                      <a:pt x="182" y="2661"/>
                    </a:cubicBezTo>
                    <a:lnTo>
                      <a:pt x="4537" y="208"/>
                    </a:lnTo>
                    <a:cubicBezTo>
                      <a:pt x="4591" y="171"/>
                      <a:pt x="4610" y="117"/>
                      <a:pt x="4582" y="63"/>
                    </a:cubicBezTo>
                    <a:cubicBezTo>
                      <a:pt x="4558" y="25"/>
                      <a:pt x="4524" y="1"/>
                      <a:pt x="4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1442850" y="3590375"/>
                <a:ext cx="114775" cy="194250"/>
              </a:xfrm>
              <a:custGeom>
                <a:avLst/>
                <a:gdLst/>
                <a:ahLst/>
                <a:cxnLst/>
                <a:rect l="l" t="t" r="r" b="b"/>
                <a:pathLst>
                  <a:path w="4591" h="7770" extrusionOk="0">
                    <a:moveTo>
                      <a:pt x="109" y="1"/>
                    </a:moveTo>
                    <a:cubicBezTo>
                      <a:pt x="45" y="1"/>
                      <a:pt x="0" y="55"/>
                      <a:pt x="0" y="118"/>
                    </a:cubicBezTo>
                    <a:lnTo>
                      <a:pt x="0" y="5198"/>
                    </a:lnTo>
                    <a:cubicBezTo>
                      <a:pt x="0" y="5234"/>
                      <a:pt x="18" y="5261"/>
                      <a:pt x="54" y="5289"/>
                    </a:cubicBezTo>
                    <a:lnTo>
                      <a:pt x="4410" y="7751"/>
                    </a:lnTo>
                    <a:cubicBezTo>
                      <a:pt x="4437" y="7769"/>
                      <a:pt x="4446" y="7769"/>
                      <a:pt x="4473" y="7769"/>
                    </a:cubicBezTo>
                    <a:cubicBezTo>
                      <a:pt x="4500" y="7769"/>
                      <a:pt x="4536" y="7742"/>
                      <a:pt x="4573" y="7706"/>
                    </a:cubicBezTo>
                    <a:cubicBezTo>
                      <a:pt x="4591" y="7652"/>
                      <a:pt x="4582" y="7597"/>
                      <a:pt x="4527" y="7561"/>
                    </a:cubicBezTo>
                    <a:lnTo>
                      <a:pt x="226" y="5126"/>
                    </a:lnTo>
                    <a:lnTo>
                      <a:pt x="226" y="118"/>
                    </a:lnTo>
                    <a:cubicBezTo>
                      <a:pt x="226" y="46"/>
                      <a:pt x="181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1508475" y="3735475"/>
                <a:ext cx="92150" cy="92375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695" extrusionOk="0">
                    <a:moveTo>
                      <a:pt x="1848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71"/>
                      <a:pt x="825" y="3695"/>
                      <a:pt x="1848" y="3695"/>
                    </a:cubicBezTo>
                    <a:cubicBezTo>
                      <a:pt x="2862" y="3695"/>
                      <a:pt x="3686" y="2871"/>
                      <a:pt x="3686" y="1848"/>
                    </a:cubicBezTo>
                    <a:cubicBezTo>
                      <a:pt x="3686" y="825"/>
                      <a:pt x="2862" y="1"/>
                      <a:pt x="18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528400" y="3753125"/>
                <a:ext cx="5232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980" extrusionOk="0">
                    <a:moveTo>
                      <a:pt x="1051" y="1"/>
                    </a:moveTo>
                    <a:cubicBezTo>
                      <a:pt x="662" y="1"/>
                      <a:pt x="354" y="336"/>
                      <a:pt x="354" y="743"/>
                    </a:cubicBezTo>
                    <a:lnTo>
                      <a:pt x="354" y="1685"/>
                    </a:lnTo>
                    <a:lnTo>
                      <a:pt x="653" y="1685"/>
                    </a:lnTo>
                    <a:lnTo>
                      <a:pt x="653" y="2002"/>
                    </a:lnTo>
                    <a:lnTo>
                      <a:pt x="471" y="2047"/>
                    </a:lnTo>
                    <a:cubicBezTo>
                      <a:pt x="200" y="2120"/>
                      <a:pt x="1" y="2355"/>
                      <a:pt x="1" y="2636"/>
                    </a:cubicBezTo>
                    <a:lnTo>
                      <a:pt x="1" y="2663"/>
                    </a:lnTo>
                    <a:cubicBezTo>
                      <a:pt x="299" y="2862"/>
                      <a:pt x="662" y="2980"/>
                      <a:pt x="1051" y="2980"/>
                    </a:cubicBezTo>
                    <a:cubicBezTo>
                      <a:pt x="1431" y="2980"/>
                      <a:pt x="1793" y="2862"/>
                      <a:pt x="2092" y="2663"/>
                    </a:cubicBezTo>
                    <a:lnTo>
                      <a:pt x="2092" y="2636"/>
                    </a:lnTo>
                    <a:cubicBezTo>
                      <a:pt x="2092" y="2355"/>
                      <a:pt x="1893" y="2120"/>
                      <a:pt x="1621" y="2047"/>
                    </a:cubicBezTo>
                    <a:lnTo>
                      <a:pt x="1440" y="2002"/>
                    </a:lnTo>
                    <a:lnTo>
                      <a:pt x="1440" y="1685"/>
                    </a:lnTo>
                    <a:lnTo>
                      <a:pt x="1739" y="1685"/>
                    </a:lnTo>
                    <a:lnTo>
                      <a:pt x="1739" y="743"/>
                    </a:lnTo>
                    <a:cubicBezTo>
                      <a:pt x="1739" y="327"/>
                      <a:pt x="1431" y="1"/>
                      <a:pt x="10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05775" y="3733000"/>
                <a:ext cx="975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903" h="3894" extrusionOk="0">
                    <a:moveTo>
                      <a:pt x="1956" y="217"/>
                    </a:moveTo>
                    <a:cubicBezTo>
                      <a:pt x="2907" y="217"/>
                      <a:pt x="3685" y="996"/>
                      <a:pt x="3685" y="1947"/>
                    </a:cubicBezTo>
                    <a:cubicBezTo>
                      <a:pt x="3685" y="2897"/>
                      <a:pt x="2907" y="3676"/>
                      <a:pt x="1956" y="3676"/>
                    </a:cubicBezTo>
                    <a:cubicBezTo>
                      <a:pt x="1005" y="3676"/>
                      <a:pt x="217" y="2897"/>
                      <a:pt x="217" y="1947"/>
                    </a:cubicBezTo>
                    <a:cubicBezTo>
                      <a:pt x="217" y="996"/>
                      <a:pt x="1005" y="217"/>
                      <a:pt x="1956" y="217"/>
                    </a:cubicBezTo>
                    <a:close/>
                    <a:moveTo>
                      <a:pt x="1956" y="0"/>
                    </a:moveTo>
                    <a:cubicBezTo>
                      <a:pt x="878" y="0"/>
                      <a:pt x="0" y="869"/>
                      <a:pt x="0" y="1947"/>
                    </a:cubicBezTo>
                    <a:cubicBezTo>
                      <a:pt x="0" y="3024"/>
                      <a:pt x="878" y="3893"/>
                      <a:pt x="1956" y="3893"/>
                    </a:cubicBezTo>
                    <a:cubicBezTo>
                      <a:pt x="3024" y="3893"/>
                      <a:pt x="3903" y="3024"/>
                      <a:pt x="3903" y="1947"/>
                    </a:cubicBezTo>
                    <a:cubicBezTo>
                      <a:pt x="3903" y="869"/>
                      <a:pt x="3024" y="0"/>
                      <a:pt x="19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399600" y="3674125"/>
                <a:ext cx="92150" cy="92400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696" extrusionOk="0">
                    <a:moveTo>
                      <a:pt x="1839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62"/>
                      <a:pt x="825" y="3695"/>
                      <a:pt x="1839" y="3695"/>
                    </a:cubicBezTo>
                    <a:cubicBezTo>
                      <a:pt x="2862" y="3695"/>
                      <a:pt x="3686" y="2862"/>
                      <a:pt x="3686" y="1848"/>
                    </a:cubicBezTo>
                    <a:cubicBezTo>
                      <a:pt x="3686" y="825"/>
                      <a:pt x="2862" y="10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420200" y="3692250"/>
                <a:ext cx="5210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952" extrusionOk="0">
                    <a:moveTo>
                      <a:pt x="1024" y="0"/>
                    </a:moveTo>
                    <a:cubicBezTo>
                      <a:pt x="607" y="0"/>
                      <a:pt x="272" y="381"/>
                      <a:pt x="272" y="851"/>
                    </a:cubicBezTo>
                    <a:cubicBezTo>
                      <a:pt x="272" y="1159"/>
                      <a:pt x="417" y="1431"/>
                      <a:pt x="643" y="1576"/>
                    </a:cubicBezTo>
                    <a:lnTo>
                      <a:pt x="643" y="1802"/>
                    </a:lnTo>
                    <a:lnTo>
                      <a:pt x="327" y="1884"/>
                    </a:lnTo>
                    <a:cubicBezTo>
                      <a:pt x="136" y="1929"/>
                      <a:pt x="1" y="2110"/>
                      <a:pt x="1" y="2300"/>
                    </a:cubicBezTo>
                    <a:lnTo>
                      <a:pt x="1" y="2635"/>
                    </a:lnTo>
                    <a:cubicBezTo>
                      <a:pt x="290" y="2843"/>
                      <a:pt x="653" y="2952"/>
                      <a:pt x="1042" y="2952"/>
                    </a:cubicBezTo>
                    <a:cubicBezTo>
                      <a:pt x="1422" y="2952"/>
                      <a:pt x="1784" y="2843"/>
                      <a:pt x="2083" y="2635"/>
                    </a:cubicBezTo>
                    <a:lnTo>
                      <a:pt x="2083" y="2300"/>
                    </a:lnTo>
                    <a:cubicBezTo>
                      <a:pt x="2056" y="2110"/>
                      <a:pt x="1920" y="1929"/>
                      <a:pt x="1730" y="1884"/>
                    </a:cubicBezTo>
                    <a:lnTo>
                      <a:pt x="1413" y="1802"/>
                    </a:lnTo>
                    <a:lnTo>
                      <a:pt x="1413" y="1576"/>
                    </a:lnTo>
                    <a:cubicBezTo>
                      <a:pt x="1630" y="1431"/>
                      <a:pt x="1784" y="1150"/>
                      <a:pt x="1784" y="851"/>
                    </a:cubicBezTo>
                    <a:cubicBezTo>
                      <a:pt x="1784" y="381"/>
                      <a:pt x="1449" y="0"/>
                      <a:pt x="10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96875" y="3671650"/>
                <a:ext cx="973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3894" extrusionOk="0">
                    <a:moveTo>
                      <a:pt x="1948" y="218"/>
                    </a:moveTo>
                    <a:cubicBezTo>
                      <a:pt x="2917" y="218"/>
                      <a:pt x="3677" y="996"/>
                      <a:pt x="3677" y="1947"/>
                    </a:cubicBezTo>
                    <a:cubicBezTo>
                      <a:pt x="3677" y="2898"/>
                      <a:pt x="2898" y="3676"/>
                      <a:pt x="1948" y="3676"/>
                    </a:cubicBezTo>
                    <a:cubicBezTo>
                      <a:pt x="997" y="3676"/>
                      <a:pt x="218" y="2898"/>
                      <a:pt x="218" y="1947"/>
                    </a:cubicBezTo>
                    <a:cubicBezTo>
                      <a:pt x="218" y="996"/>
                      <a:pt x="997" y="218"/>
                      <a:pt x="1948" y="218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15"/>
                      <a:pt x="879" y="3894"/>
                      <a:pt x="1948" y="3894"/>
                    </a:cubicBezTo>
                    <a:cubicBezTo>
                      <a:pt x="3025" y="3894"/>
                      <a:pt x="3894" y="3015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290500" y="3735475"/>
                <a:ext cx="92375" cy="92375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695" extrusionOk="0">
                    <a:moveTo>
                      <a:pt x="1847" y="1"/>
                    </a:moveTo>
                    <a:cubicBezTo>
                      <a:pt x="824" y="1"/>
                      <a:pt x="0" y="825"/>
                      <a:pt x="0" y="1848"/>
                    </a:cubicBezTo>
                    <a:cubicBezTo>
                      <a:pt x="0" y="2871"/>
                      <a:pt x="824" y="3695"/>
                      <a:pt x="1847" y="3695"/>
                    </a:cubicBezTo>
                    <a:cubicBezTo>
                      <a:pt x="2871" y="3695"/>
                      <a:pt x="3695" y="2871"/>
                      <a:pt x="3695" y="1848"/>
                    </a:cubicBezTo>
                    <a:cubicBezTo>
                      <a:pt x="3695" y="825"/>
                      <a:pt x="2871" y="1"/>
                      <a:pt x="1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311100" y="3753575"/>
                <a:ext cx="52300" cy="74050"/>
              </a:xfrm>
              <a:custGeom>
                <a:avLst/>
                <a:gdLst/>
                <a:ahLst/>
                <a:cxnLst/>
                <a:rect l="l" t="t" r="r" b="b"/>
                <a:pathLst>
                  <a:path w="2092" h="2962" extrusionOk="0">
                    <a:moveTo>
                      <a:pt x="1033" y="1"/>
                    </a:moveTo>
                    <a:cubicBezTo>
                      <a:pt x="616" y="1"/>
                      <a:pt x="272" y="390"/>
                      <a:pt x="272" y="852"/>
                    </a:cubicBezTo>
                    <a:cubicBezTo>
                      <a:pt x="272" y="1160"/>
                      <a:pt x="426" y="1432"/>
                      <a:pt x="652" y="1576"/>
                    </a:cubicBezTo>
                    <a:lnTo>
                      <a:pt x="652" y="1803"/>
                    </a:lnTo>
                    <a:lnTo>
                      <a:pt x="335" y="1884"/>
                    </a:lnTo>
                    <a:cubicBezTo>
                      <a:pt x="136" y="1930"/>
                      <a:pt x="0" y="2111"/>
                      <a:pt x="0" y="2301"/>
                    </a:cubicBezTo>
                    <a:lnTo>
                      <a:pt x="0" y="2645"/>
                    </a:lnTo>
                    <a:cubicBezTo>
                      <a:pt x="299" y="2844"/>
                      <a:pt x="661" y="2962"/>
                      <a:pt x="1042" y="2962"/>
                    </a:cubicBezTo>
                    <a:cubicBezTo>
                      <a:pt x="1431" y="2962"/>
                      <a:pt x="1793" y="2844"/>
                      <a:pt x="2092" y="2645"/>
                    </a:cubicBezTo>
                    <a:lnTo>
                      <a:pt x="2092" y="2301"/>
                    </a:lnTo>
                    <a:cubicBezTo>
                      <a:pt x="2065" y="2111"/>
                      <a:pt x="1929" y="1939"/>
                      <a:pt x="1739" y="1884"/>
                    </a:cubicBezTo>
                    <a:lnTo>
                      <a:pt x="1422" y="1803"/>
                    </a:lnTo>
                    <a:lnTo>
                      <a:pt x="1422" y="1576"/>
                    </a:lnTo>
                    <a:cubicBezTo>
                      <a:pt x="1639" y="1432"/>
                      <a:pt x="1793" y="1160"/>
                      <a:pt x="1793" y="852"/>
                    </a:cubicBezTo>
                    <a:cubicBezTo>
                      <a:pt x="1793" y="390"/>
                      <a:pt x="1449" y="1"/>
                      <a:pt x="10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288225" y="3733000"/>
                <a:ext cx="973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3894" extrusionOk="0">
                    <a:moveTo>
                      <a:pt x="1948" y="217"/>
                    </a:moveTo>
                    <a:cubicBezTo>
                      <a:pt x="2898" y="217"/>
                      <a:pt x="3686" y="996"/>
                      <a:pt x="3686" y="1947"/>
                    </a:cubicBezTo>
                    <a:cubicBezTo>
                      <a:pt x="3686" y="2897"/>
                      <a:pt x="2898" y="3676"/>
                      <a:pt x="1948" y="3676"/>
                    </a:cubicBezTo>
                    <a:cubicBezTo>
                      <a:pt x="997" y="3676"/>
                      <a:pt x="218" y="2897"/>
                      <a:pt x="218" y="1947"/>
                    </a:cubicBezTo>
                    <a:cubicBezTo>
                      <a:pt x="218" y="996"/>
                      <a:pt x="997" y="217"/>
                      <a:pt x="1948" y="217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24"/>
                      <a:pt x="879" y="3893"/>
                      <a:pt x="1948" y="3893"/>
                    </a:cubicBezTo>
                    <a:cubicBezTo>
                      <a:pt x="3016" y="3893"/>
                      <a:pt x="3894" y="3024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 flipH="1">
              <a:off x="490646" y="3693953"/>
              <a:ext cx="796394" cy="1106466"/>
            </a:xfrm>
            <a:custGeom>
              <a:avLst/>
              <a:gdLst/>
              <a:ahLst/>
              <a:cxnLst/>
              <a:rect l="l" t="t" r="r" b="b"/>
              <a:pathLst>
                <a:path w="11093" h="15412" extrusionOk="0">
                  <a:moveTo>
                    <a:pt x="10866" y="1"/>
                  </a:moveTo>
                  <a:cubicBezTo>
                    <a:pt x="10740" y="1"/>
                    <a:pt x="10640" y="100"/>
                    <a:pt x="10640" y="227"/>
                  </a:cubicBezTo>
                  <a:cubicBezTo>
                    <a:pt x="10640" y="354"/>
                    <a:pt x="10740" y="453"/>
                    <a:pt x="10866" y="453"/>
                  </a:cubicBezTo>
                  <a:cubicBezTo>
                    <a:pt x="10984" y="453"/>
                    <a:pt x="11093" y="354"/>
                    <a:pt x="11093" y="227"/>
                  </a:cubicBezTo>
                  <a:cubicBezTo>
                    <a:pt x="11093" y="100"/>
                    <a:pt x="10984" y="1"/>
                    <a:pt x="10866" y="1"/>
                  </a:cubicBezTo>
                  <a:close/>
                  <a:moveTo>
                    <a:pt x="10866" y="1024"/>
                  </a:moveTo>
                  <a:cubicBezTo>
                    <a:pt x="10740" y="1024"/>
                    <a:pt x="10640" y="1123"/>
                    <a:pt x="10640" y="1250"/>
                  </a:cubicBezTo>
                  <a:cubicBezTo>
                    <a:pt x="10640" y="1368"/>
                    <a:pt x="10740" y="1476"/>
                    <a:pt x="10866" y="1476"/>
                  </a:cubicBezTo>
                  <a:cubicBezTo>
                    <a:pt x="10984" y="1476"/>
                    <a:pt x="11093" y="1368"/>
                    <a:pt x="11093" y="1250"/>
                  </a:cubicBezTo>
                  <a:cubicBezTo>
                    <a:pt x="11093" y="1123"/>
                    <a:pt x="10984" y="1024"/>
                    <a:pt x="10866" y="1024"/>
                  </a:cubicBezTo>
                  <a:close/>
                  <a:moveTo>
                    <a:pt x="10866" y="2038"/>
                  </a:moveTo>
                  <a:cubicBezTo>
                    <a:pt x="10740" y="2038"/>
                    <a:pt x="10640" y="2137"/>
                    <a:pt x="10640" y="2264"/>
                  </a:cubicBezTo>
                  <a:cubicBezTo>
                    <a:pt x="10640" y="2391"/>
                    <a:pt x="10740" y="2490"/>
                    <a:pt x="10866" y="2490"/>
                  </a:cubicBezTo>
                  <a:cubicBezTo>
                    <a:pt x="10984" y="2490"/>
                    <a:pt x="11093" y="2391"/>
                    <a:pt x="11093" y="2264"/>
                  </a:cubicBezTo>
                  <a:cubicBezTo>
                    <a:pt x="11093" y="2137"/>
                    <a:pt x="10984" y="2038"/>
                    <a:pt x="10866" y="2038"/>
                  </a:cubicBezTo>
                  <a:close/>
                  <a:moveTo>
                    <a:pt x="10866" y="3061"/>
                  </a:moveTo>
                  <a:cubicBezTo>
                    <a:pt x="10740" y="3061"/>
                    <a:pt x="10640" y="3161"/>
                    <a:pt x="10640" y="3287"/>
                  </a:cubicBezTo>
                  <a:cubicBezTo>
                    <a:pt x="10640" y="3405"/>
                    <a:pt x="10740" y="3514"/>
                    <a:pt x="10866" y="3514"/>
                  </a:cubicBezTo>
                  <a:cubicBezTo>
                    <a:pt x="10984" y="3514"/>
                    <a:pt x="11093" y="3405"/>
                    <a:pt x="11093" y="3287"/>
                  </a:cubicBezTo>
                  <a:cubicBezTo>
                    <a:pt x="11093" y="3161"/>
                    <a:pt x="10984" y="3061"/>
                    <a:pt x="10866" y="3061"/>
                  </a:cubicBezTo>
                  <a:close/>
                  <a:moveTo>
                    <a:pt x="10866" y="4075"/>
                  </a:moveTo>
                  <a:cubicBezTo>
                    <a:pt x="10740" y="4075"/>
                    <a:pt x="10640" y="4175"/>
                    <a:pt x="10640" y="4301"/>
                  </a:cubicBezTo>
                  <a:cubicBezTo>
                    <a:pt x="10640" y="4428"/>
                    <a:pt x="10740" y="4528"/>
                    <a:pt x="10866" y="4528"/>
                  </a:cubicBezTo>
                  <a:cubicBezTo>
                    <a:pt x="10984" y="4528"/>
                    <a:pt x="11093" y="4428"/>
                    <a:pt x="11093" y="4301"/>
                  </a:cubicBezTo>
                  <a:cubicBezTo>
                    <a:pt x="11093" y="4175"/>
                    <a:pt x="10984" y="4075"/>
                    <a:pt x="10866" y="4075"/>
                  </a:cubicBezTo>
                  <a:close/>
                  <a:moveTo>
                    <a:pt x="10866" y="5098"/>
                  </a:moveTo>
                  <a:cubicBezTo>
                    <a:pt x="10740" y="5098"/>
                    <a:pt x="10640" y="5198"/>
                    <a:pt x="10640" y="5325"/>
                  </a:cubicBezTo>
                  <a:cubicBezTo>
                    <a:pt x="10640" y="5442"/>
                    <a:pt x="10740" y="5551"/>
                    <a:pt x="10866" y="5551"/>
                  </a:cubicBezTo>
                  <a:cubicBezTo>
                    <a:pt x="10984" y="5551"/>
                    <a:pt x="11093" y="5442"/>
                    <a:pt x="11093" y="5325"/>
                  </a:cubicBezTo>
                  <a:cubicBezTo>
                    <a:pt x="11093" y="5198"/>
                    <a:pt x="10984" y="5098"/>
                    <a:pt x="10866" y="5098"/>
                  </a:cubicBezTo>
                  <a:close/>
                  <a:moveTo>
                    <a:pt x="10866" y="6112"/>
                  </a:moveTo>
                  <a:cubicBezTo>
                    <a:pt x="10740" y="6112"/>
                    <a:pt x="10640" y="6212"/>
                    <a:pt x="10640" y="6339"/>
                  </a:cubicBezTo>
                  <a:cubicBezTo>
                    <a:pt x="10640" y="6465"/>
                    <a:pt x="10740" y="6565"/>
                    <a:pt x="10866" y="6565"/>
                  </a:cubicBezTo>
                  <a:cubicBezTo>
                    <a:pt x="10984" y="6565"/>
                    <a:pt x="11093" y="6465"/>
                    <a:pt x="11093" y="6339"/>
                  </a:cubicBezTo>
                  <a:cubicBezTo>
                    <a:pt x="11093" y="6212"/>
                    <a:pt x="10984" y="6112"/>
                    <a:pt x="10866" y="6112"/>
                  </a:cubicBezTo>
                  <a:close/>
                  <a:moveTo>
                    <a:pt x="10866" y="7135"/>
                  </a:moveTo>
                  <a:cubicBezTo>
                    <a:pt x="10740" y="7135"/>
                    <a:pt x="10640" y="7235"/>
                    <a:pt x="10640" y="7362"/>
                  </a:cubicBezTo>
                  <a:cubicBezTo>
                    <a:pt x="10640" y="7479"/>
                    <a:pt x="10740" y="7588"/>
                    <a:pt x="10866" y="7588"/>
                  </a:cubicBezTo>
                  <a:cubicBezTo>
                    <a:pt x="10984" y="7588"/>
                    <a:pt x="11093" y="7479"/>
                    <a:pt x="11093" y="7362"/>
                  </a:cubicBezTo>
                  <a:cubicBezTo>
                    <a:pt x="11093" y="7235"/>
                    <a:pt x="10984" y="7135"/>
                    <a:pt x="10866" y="7135"/>
                  </a:cubicBezTo>
                  <a:close/>
                  <a:moveTo>
                    <a:pt x="10866" y="8150"/>
                  </a:moveTo>
                  <a:cubicBezTo>
                    <a:pt x="10740" y="8150"/>
                    <a:pt x="10640" y="8249"/>
                    <a:pt x="10640" y="8376"/>
                  </a:cubicBezTo>
                  <a:cubicBezTo>
                    <a:pt x="10640" y="8503"/>
                    <a:pt x="10740" y="8602"/>
                    <a:pt x="10866" y="8602"/>
                  </a:cubicBezTo>
                  <a:cubicBezTo>
                    <a:pt x="10984" y="8602"/>
                    <a:pt x="11093" y="8503"/>
                    <a:pt x="11093" y="8376"/>
                  </a:cubicBezTo>
                  <a:cubicBezTo>
                    <a:pt x="11093" y="8249"/>
                    <a:pt x="10984" y="8150"/>
                    <a:pt x="10866" y="8150"/>
                  </a:cubicBezTo>
                  <a:close/>
                  <a:moveTo>
                    <a:pt x="10866" y="9173"/>
                  </a:moveTo>
                  <a:cubicBezTo>
                    <a:pt x="10740" y="9173"/>
                    <a:pt x="10640" y="9272"/>
                    <a:pt x="10640" y="9399"/>
                  </a:cubicBezTo>
                  <a:cubicBezTo>
                    <a:pt x="10640" y="9517"/>
                    <a:pt x="10740" y="9625"/>
                    <a:pt x="10866" y="9625"/>
                  </a:cubicBezTo>
                  <a:cubicBezTo>
                    <a:pt x="10984" y="9625"/>
                    <a:pt x="11093" y="9517"/>
                    <a:pt x="11093" y="9399"/>
                  </a:cubicBezTo>
                  <a:cubicBezTo>
                    <a:pt x="11093" y="9272"/>
                    <a:pt x="10984" y="9173"/>
                    <a:pt x="10866" y="9173"/>
                  </a:cubicBezTo>
                  <a:close/>
                  <a:moveTo>
                    <a:pt x="10857" y="10187"/>
                  </a:moveTo>
                  <a:cubicBezTo>
                    <a:pt x="10740" y="10187"/>
                    <a:pt x="10631" y="10277"/>
                    <a:pt x="10622" y="10404"/>
                  </a:cubicBezTo>
                  <a:cubicBezTo>
                    <a:pt x="10613" y="10531"/>
                    <a:pt x="10712" y="10630"/>
                    <a:pt x="10839" y="10639"/>
                  </a:cubicBezTo>
                  <a:cubicBezTo>
                    <a:pt x="10975" y="10639"/>
                    <a:pt x="11066" y="10549"/>
                    <a:pt x="11075" y="10422"/>
                  </a:cubicBezTo>
                  <a:cubicBezTo>
                    <a:pt x="11075" y="10304"/>
                    <a:pt x="10984" y="10196"/>
                    <a:pt x="10857" y="10187"/>
                  </a:cubicBezTo>
                  <a:close/>
                  <a:moveTo>
                    <a:pt x="10698" y="11186"/>
                  </a:moveTo>
                  <a:cubicBezTo>
                    <a:pt x="10603" y="11186"/>
                    <a:pt x="10508" y="11247"/>
                    <a:pt x="10477" y="11355"/>
                  </a:cubicBezTo>
                  <a:cubicBezTo>
                    <a:pt x="10441" y="11482"/>
                    <a:pt x="10513" y="11599"/>
                    <a:pt x="10640" y="11635"/>
                  </a:cubicBezTo>
                  <a:cubicBezTo>
                    <a:pt x="10652" y="11635"/>
                    <a:pt x="10668" y="11640"/>
                    <a:pt x="10680" y="11640"/>
                  </a:cubicBezTo>
                  <a:cubicBezTo>
                    <a:pt x="10686" y="11640"/>
                    <a:pt x="10691" y="11639"/>
                    <a:pt x="10694" y="11635"/>
                  </a:cubicBezTo>
                  <a:cubicBezTo>
                    <a:pt x="10794" y="11635"/>
                    <a:pt x="10884" y="11572"/>
                    <a:pt x="10912" y="11463"/>
                  </a:cubicBezTo>
                  <a:cubicBezTo>
                    <a:pt x="10939" y="11355"/>
                    <a:pt x="10875" y="11228"/>
                    <a:pt x="10749" y="11192"/>
                  </a:cubicBezTo>
                  <a:cubicBezTo>
                    <a:pt x="10732" y="11188"/>
                    <a:pt x="10715" y="11186"/>
                    <a:pt x="10698" y="11186"/>
                  </a:cubicBezTo>
                  <a:close/>
                  <a:moveTo>
                    <a:pt x="10341" y="12143"/>
                  </a:moveTo>
                  <a:cubicBezTo>
                    <a:pt x="10260" y="12143"/>
                    <a:pt x="10180" y="12192"/>
                    <a:pt x="10142" y="12269"/>
                  </a:cubicBezTo>
                  <a:cubicBezTo>
                    <a:pt x="10079" y="12387"/>
                    <a:pt x="10124" y="12523"/>
                    <a:pt x="10242" y="12577"/>
                  </a:cubicBezTo>
                  <a:cubicBezTo>
                    <a:pt x="10278" y="12586"/>
                    <a:pt x="10305" y="12595"/>
                    <a:pt x="10341" y="12595"/>
                  </a:cubicBezTo>
                  <a:cubicBezTo>
                    <a:pt x="10423" y="12595"/>
                    <a:pt x="10513" y="12550"/>
                    <a:pt x="10549" y="12468"/>
                  </a:cubicBezTo>
                  <a:cubicBezTo>
                    <a:pt x="10604" y="12360"/>
                    <a:pt x="10558" y="12224"/>
                    <a:pt x="10441" y="12170"/>
                  </a:cubicBezTo>
                  <a:cubicBezTo>
                    <a:pt x="10409" y="12151"/>
                    <a:pt x="10375" y="12143"/>
                    <a:pt x="10341" y="12143"/>
                  </a:cubicBezTo>
                  <a:close/>
                  <a:moveTo>
                    <a:pt x="9786" y="13011"/>
                  </a:moveTo>
                  <a:cubicBezTo>
                    <a:pt x="9723" y="13011"/>
                    <a:pt x="9662" y="13038"/>
                    <a:pt x="9617" y="13093"/>
                  </a:cubicBezTo>
                  <a:cubicBezTo>
                    <a:pt x="9553" y="13202"/>
                    <a:pt x="9563" y="13338"/>
                    <a:pt x="9662" y="13410"/>
                  </a:cubicBezTo>
                  <a:cubicBezTo>
                    <a:pt x="9698" y="13437"/>
                    <a:pt x="9753" y="13455"/>
                    <a:pt x="9798" y="13474"/>
                  </a:cubicBezTo>
                  <a:cubicBezTo>
                    <a:pt x="9870" y="13474"/>
                    <a:pt x="9934" y="13437"/>
                    <a:pt x="9979" y="13383"/>
                  </a:cubicBezTo>
                  <a:cubicBezTo>
                    <a:pt x="10051" y="13274"/>
                    <a:pt x="10033" y="13139"/>
                    <a:pt x="9934" y="13066"/>
                  </a:cubicBezTo>
                  <a:cubicBezTo>
                    <a:pt x="9889" y="13029"/>
                    <a:pt x="9837" y="13011"/>
                    <a:pt x="9786" y="13011"/>
                  </a:cubicBezTo>
                  <a:close/>
                  <a:moveTo>
                    <a:pt x="9098" y="13744"/>
                  </a:moveTo>
                  <a:cubicBezTo>
                    <a:pt x="9044" y="13744"/>
                    <a:pt x="8989" y="13762"/>
                    <a:pt x="8947" y="13799"/>
                  </a:cubicBezTo>
                  <a:cubicBezTo>
                    <a:pt x="8856" y="13881"/>
                    <a:pt x="8847" y="14026"/>
                    <a:pt x="8929" y="14116"/>
                  </a:cubicBezTo>
                  <a:cubicBezTo>
                    <a:pt x="8974" y="14162"/>
                    <a:pt x="9037" y="14198"/>
                    <a:pt x="9101" y="14198"/>
                  </a:cubicBezTo>
                  <a:cubicBezTo>
                    <a:pt x="9155" y="14198"/>
                    <a:pt x="9200" y="14171"/>
                    <a:pt x="9246" y="14135"/>
                  </a:cubicBezTo>
                  <a:cubicBezTo>
                    <a:pt x="9336" y="14053"/>
                    <a:pt x="9345" y="13908"/>
                    <a:pt x="9264" y="13818"/>
                  </a:cubicBezTo>
                  <a:cubicBezTo>
                    <a:pt x="9225" y="13769"/>
                    <a:pt x="9162" y="13744"/>
                    <a:pt x="9098" y="13744"/>
                  </a:cubicBezTo>
                  <a:close/>
                  <a:moveTo>
                    <a:pt x="8265" y="14327"/>
                  </a:moveTo>
                  <a:cubicBezTo>
                    <a:pt x="8229" y="14327"/>
                    <a:pt x="8193" y="14335"/>
                    <a:pt x="8159" y="14352"/>
                  </a:cubicBezTo>
                  <a:cubicBezTo>
                    <a:pt x="8041" y="14406"/>
                    <a:pt x="8014" y="14542"/>
                    <a:pt x="8069" y="14660"/>
                  </a:cubicBezTo>
                  <a:cubicBezTo>
                    <a:pt x="8114" y="14732"/>
                    <a:pt x="8195" y="14768"/>
                    <a:pt x="8259" y="14786"/>
                  </a:cubicBezTo>
                  <a:cubicBezTo>
                    <a:pt x="8304" y="14786"/>
                    <a:pt x="8340" y="14768"/>
                    <a:pt x="8376" y="14750"/>
                  </a:cubicBezTo>
                  <a:cubicBezTo>
                    <a:pt x="8485" y="14696"/>
                    <a:pt x="8521" y="14560"/>
                    <a:pt x="8467" y="14442"/>
                  </a:cubicBezTo>
                  <a:cubicBezTo>
                    <a:pt x="8423" y="14367"/>
                    <a:pt x="8345" y="14327"/>
                    <a:pt x="8265" y="14327"/>
                  </a:cubicBezTo>
                  <a:close/>
                  <a:moveTo>
                    <a:pt x="7323" y="14725"/>
                  </a:moveTo>
                  <a:cubicBezTo>
                    <a:pt x="7303" y="14725"/>
                    <a:pt x="7282" y="14728"/>
                    <a:pt x="7263" y="14732"/>
                  </a:cubicBezTo>
                  <a:cubicBezTo>
                    <a:pt x="7136" y="14768"/>
                    <a:pt x="7082" y="14904"/>
                    <a:pt x="7118" y="15022"/>
                  </a:cubicBezTo>
                  <a:cubicBezTo>
                    <a:pt x="7154" y="15121"/>
                    <a:pt x="7245" y="15176"/>
                    <a:pt x="7335" y="15176"/>
                  </a:cubicBezTo>
                  <a:cubicBezTo>
                    <a:pt x="7353" y="15176"/>
                    <a:pt x="7380" y="15176"/>
                    <a:pt x="7398" y="15167"/>
                  </a:cubicBezTo>
                  <a:cubicBezTo>
                    <a:pt x="7525" y="15131"/>
                    <a:pt x="7580" y="14995"/>
                    <a:pt x="7543" y="14886"/>
                  </a:cubicBezTo>
                  <a:cubicBezTo>
                    <a:pt x="7521" y="14781"/>
                    <a:pt x="7423" y="14725"/>
                    <a:pt x="7323" y="14725"/>
                  </a:cubicBezTo>
                  <a:close/>
                  <a:moveTo>
                    <a:pt x="6329" y="14940"/>
                  </a:moveTo>
                  <a:cubicBezTo>
                    <a:pt x="6324" y="14940"/>
                    <a:pt x="6318" y="14940"/>
                    <a:pt x="6312" y="14940"/>
                  </a:cubicBezTo>
                  <a:cubicBezTo>
                    <a:pt x="6185" y="14949"/>
                    <a:pt x="6095" y="15067"/>
                    <a:pt x="6113" y="15185"/>
                  </a:cubicBezTo>
                  <a:cubicBezTo>
                    <a:pt x="6122" y="15303"/>
                    <a:pt x="6221" y="15393"/>
                    <a:pt x="6339" y="15393"/>
                  </a:cubicBezTo>
                  <a:lnTo>
                    <a:pt x="6357" y="15393"/>
                  </a:lnTo>
                  <a:cubicBezTo>
                    <a:pt x="6484" y="15384"/>
                    <a:pt x="6575" y="15266"/>
                    <a:pt x="6565" y="15140"/>
                  </a:cubicBezTo>
                  <a:cubicBezTo>
                    <a:pt x="6548" y="15027"/>
                    <a:pt x="6449" y="14940"/>
                    <a:pt x="6329" y="14940"/>
                  </a:cubicBezTo>
                  <a:close/>
                  <a:moveTo>
                    <a:pt x="227" y="14958"/>
                  </a:moveTo>
                  <a:cubicBezTo>
                    <a:pt x="101" y="14958"/>
                    <a:pt x="1" y="15067"/>
                    <a:pt x="1" y="15185"/>
                  </a:cubicBezTo>
                  <a:cubicBezTo>
                    <a:pt x="1" y="15312"/>
                    <a:pt x="101" y="15411"/>
                    <a:pt x="227" y="15411"/>
                  </a:cubicBezTo>
                  <a:cubicBezTo>
                    <a:pt x="345" y="15411"/>
                    <a:pt x="454" y="15312"/>
                    <a:pt x="454" y="15185"/>
                  </a:cubicBezTo>
                  <a:cubicBezTo>
                    <a:pt x="454" y="15067"/>
                    <a:pt x="345" y="14958"/>
                    <a:pt x="227" y="14958"/>
                  </a:cubicBezTo>
                  <a:close/>
                  <a:moveTo>
                    <a:pt x="1241" y="14958"/>
                  </a:moveTo>
                  <a:cubicBezTo>
                    <a:pt x="1115" y="14958"/>
                    <a:pt x="1015" y="15067"/>
                    <a:pt x="1015" y="15185"/>
                  </a:cubicBezTo>
                  <a:cubicBezTo>
                    <a:pt x="1015" y="15312"/>
                    <a:pt x="1115" y="15411"/>
                    <a:pt x="1241" y="15411"/>
                  </a:cubicBezTo>
                  <a:cubicBezTo>
                    <a:pt x="1368" y="15411"/>
                    <a:pt x="1468" y="15312"/>
                    <a:pt x="1468" y="15185"/>
                  </a:cubicBezTo>
                  <a:cubicBezTo>
                    <a:pt x="1468" y="15067"/>
                    <a:pt x="1368" y="14958"/>
                    <a:pt x="1241" y="14958"/>
                  </a:cubicBezTo>
                  <a:close/>
                  <a:moveTo>
                    <a:pt x="2265" y="14958"/>
                  </a:moveTo>
                  <a:cubicBezTo>
                    <a:pt x="2138" y="14958"/>
                    <a:pt x="2038" y="15067"/>
                    <a:pt x="2038" y="15185"/>
                  </a:cubicBezTo>
                  <a:cubicBezTo>
                    <a:pt x="2038" y="15312"/>
                    <a:pt x="2138" y="15411"/>
                    <a:pt x="2265" y="15411"/>
                  </a:cubicBezTo>
                  <a:cubicBezTo>
                    <a:pt x="2382" y="15411"/>
                    <a:pt x="2491" y="15312"/>
                    <a:pt x="2491" y="15185"/>
                  </a:cubicBezTo>
                  <a:cubicBezTo>
                    <a:pt x="2491" y="15067"/>
                    <a:pt x="2382" y="14958"/>
                    <a:pt x="2265" y="14958"/>
                  </a:cubicBezTo>
                  <a:close/>
                  <a:moveTo>
                    <a:pt x="3279" y="14958"/>
                  </a:moveTo>
                  <a:cubicBezTo>
                    <a:pt x="3152" y="14958"/>
                    <a:pt x="3052" y="15067"/>
                    <a:pt x="3052" y="15185"/>
                  </a:cubicBezTo>
                  <a:cubicBezTo>
                    <a:pt x="3052" y="15312"/>
                    <a:pt x="3152" y="15411"/>
                    <a:pt x="3279" y="15411"/>
                  </a:cubicBezTo>
                  <a:cubicBezTo>
                    <a:pt x="3405" y="15411"/>
                    <a:pt x="3505" y="15312"/>
                    <a:pt x="3505" y="15185"/>
                  </a:cubicBezTo>
                  <a:cubicBezTo>
                    <a:pt x="3505" y="15067"/>
                    <a:pt x="3405" y="14958"/>
                    <a:pt x="3279" y="14958"/>
                  </a:cubicBezTo>
                  <a:close/>
                  <a:moveTo>
                    <a:pt x="4302" y="14958"/>
                  </a:moveTo>
                  <a:cubicBezTo>
                    <a:pt x="4175" y="14958"/>
                    <a:pt x="4075" y="15067"/>
                    <a:pt x="4075" y="15185"/>
                  </a:cubicBezTo>
                  <a:cubicBezTo>
                    <a:pt x="4075" y="15312"/>
                    <a:pt x="4175" y="15411"/>
                    <a:pt x="4302" y="15411"/>
                  </a:cubicBezTo>
                  <a:cubicBezTo>
                    <a:pt x="4420" y="15411"/>
                    <a:pt x="4528" y="15312"/>
                    <a:pt x="4528" y="15185"/>
                  </a:cubicBezTo>
                  <a:cubicBezTo>
                    <a:pt x="4528" y="15067"/>
                    <a:pt x="4420" y="14958"/>
                    <a:pt x="4302" y="14958"/>
                  </a:cubicBezTo>
                  <a:close/>
                  <a:moveTo>
                    <a:pt x="5316" y="14958"/>
                  </a:moveTo>
                  <a:cubicBezTo>
                    <a:pt x="5189" y="14958"/>
                    <a:pt x="5090" y="15067"/>
                    <a:pt x="5090" y="15185"/>
                  </a:cubicBezTo>
                  <a:cubicBezTo>
                    <a:pt x="5090" y="15312"/>
                    <a:pt x="5189" y="15411"/>
                    <a:pt x="5316" y="15411"/>
                  </a:cubicBezTo>
                  <a:cubicBezTo>
                    <a:pt x="5443" y="15411"/>
                    <a:pt x="5542" y="15312"/>
                    <a:pt x="5542" y="15185"/>
                  </a:cubicBezTo>
                  <a:cubicBezTo>
                    <a:pt x="5542" y="15067"/>
                    <a:pt x="5443" y="14958"/>
                    <a:pt x="5316" y="149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7606252" y="385801"/>
              <a:ext cx="1456813" cy="32594"/>
              <a:chOff x="4101875" y="2224575"/>
              <a:chExt cx="507300" cy="1135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" name="Google Shape;27;p2"/>
            <p:cNvSpPr/>
            <p:nvPr/>
          </p:nvSpPr>
          <p:spPr>
            <a:xfrm rot="5400000">
              <a:off x="7528361" y="4098259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83227" y="636610"/>
              <a:ext cx="1384662" cy="1345679"/>
            </a:xfrm>
            <a:custGeom>
              <a:avLst/>
              <a:gdLst/>
              <a:ahLst/>
              <a:cxnLst/>
              <a:rect l="l" t="t" r="r" b="b"/>
              <a:pathLst>
                <a:path w="19287" h="18744" extrusionOk="0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194122" y="2770788"/>
              <a:ext cx="724894" cy="819152"/>
              <a:chOff x="-82178" y="3325363"/>
              <a:chExt cx="724894" cy="819152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-30846" y="3377342"/>
                <a:ext cx="117094" cy="114509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1595" extrusionOk="0">
                    <a:moveTo>
                      <a:pt x="1006" y="571"/>
                    </a:moveTo>
                    <a:lnTo>
                      <a:pt x="960" y="906"/>
                    </a:lnTo>
                    <a:cubicBezTo>
                      <a:pt x="951" y="943"/>
                      <a:pt x="942" y="961"/>
                      <a:pt x="915" y="988"/>
                    </a:cubicBezTo>
                    <a:cubicBezTo>
                      <a:pt x="897" y="1006"/>
                      <a:pt x="870" y="1024"/>
                      <a:pt x="834" y="1024"/>
                    </a:cubicBezTo>
                    <a:cubicBezTo>
                      <a:pt x="779" y="1024"/>
                      <a:pt x="734" y="1006"/>
                      <a:pt x="725" y="961"/>
                    </a:cubicBezTo>
                    <a:cubicBezTo>
                      <a:pt x="689" y="933"/>
                      <a:pt x="680" y="897"/>
                      <a:pt x="680" y="852"/>
                    </a:cubicBezTo>
                    <a:cubicBezTo>
                      <a:pt x="680" y="770"/>
                      <a:pt x="716" y="707"/>
                      <a:pt x="770" y="644"/>
                    </a:cubicBezTo>
                    <a:cubicBezTo>
                      <a:pt x="825" y="589"/>
                      <a:pt x="906" y="571"/>
                      <a:pt x="988" y="571"/>
                    </a:cubicBezTo>
                    <a:close/>
                    <a:moveTo>
                      <a:pt x="906" y="1"/>
                    </a:moveTo>
                    <a:cubicBezTo>
                      <a:pt x="725" y="1"/>
                      <a:pt x="562" y="37"/>
                      <a:pt x="426" y="119"/>
                    </a:cubicBezTo>
                    <a:cubicBezTo>
                      <a:pt x="290" y="191"/>
                      <a:pt x="191" y="300"/>
                      <a:pt x="109" y="435"/>
                    </a:cubicBezTo>
                    <a:cubicBezTo>
                      <a:pt x="37" y="553"/>
                      <a:pt x="1" y="707"/>
                      <a:pt x="1" y="861"/>
                    </a:cubicBezTo>
                    <a:cubicBezTo>
                      <a:pt x="1" y="1006"/>
                      <a:pt x="37" y="1133"/>
                      <a:pt x="100" y="1250"/>
                    </a:cubicBezTo>
                    <a:cubicBezTo>
                      <a:pt x="173" y="1359"/>
                      <a:pt x="272" y="1450"/>
                      <a:pt x="381" y="1504"/>
                    </a:cubicBezTo>
                    <a:cubicBezTo>
                      <a:pt x="499" y="1567"/>
                      <a:pt x="625" y="1594"/>
                      <a:pt x="743" y="1594"/>
                    </a:cubicBezTo>
                    <a:cubicBezTo>
                      <a:pt x="834" y="1594"/>
                      <a:pt x="915" y="1585"/>
                      <a:pt x="997" y="1576"/>
                    </a:cubicBezTo>
                    <a:cubicBezTo>
                      <a:pt x="1078" y="1549"/>
                      <a:pt x="1151" y="1531"/>
                      <a:pt x="1223" y="1495"/>
                    </a:cubicBezTo>
                    <a:lnTo>
                      <a:pt x="1151" y="1305"/>
                    </a:lnTo>
                    <a:cubicBezTo>
                      <a:pt x="1096" y="1341"/>
                      <a:pt x="1042" y="1359"/>
                      <a:pt x="969" y="1368"/>
                    </a:cubicBezTo>
                    <a:cubicBezTo>
                      <a:pt x="906" y="1386"/>
                      <a:pt x="852" y="1395"/>
                      <a:pt x="779" y="1395"/>
                    </a:cubicBezTo>
                    <a:cubicBezTo>
                      <a:pt x="680" y="1395"/>
                      <a:pt x="589" y="1368"/>
                      <a:pt x="508" y="1323"/>
                    </a:cubicBezTo>
                    <a:cubicBezTo>
                      <a:pt x="417" y="1296"/>
                      <a:pt x="354" y="1223"/>
                      <a:pt x="308" y="1142"/>
                    </a:cubicBezTo>
                    <a:cubicBezTo>
                      <a:pt x="263" y="1069"/>
                      <a:pt x="236" y="961"/>
                      <a:pt x="236" y="861"/>
                    </a:cubicBezTo>
                    <a:cubicBezTo>
                      <a:pt x="236" y="725"/>
                      <a:pt x="272" y="617"/>
                      <a:pt x="327" y="508"/>
                    </a:cubicBezTo>
                    <a:cubicBezTo>
                      <a:pt x="399" y="408"/>
                      <a:pt x="471" y="327"/>
                      <a:pt x="580" y="272"/>
                    </a:cubicBezTo>
                    <a:cubicBezTo>
                      <a:pt x="680" y="218"/>
                      <a:pt x="788" y="191"/>
                      <a:pt x="906" y="191"/>
                    </a:cubicBezTo>
                    <a:cubicBezTo>
                      <a:pt x="997" y="191"/>
                      <a:pt x="1087" y="209"/>
                      <a:pt x="1169" y="254"/>
                    </a:cubicBezTo>
                    <a:cubicBezTo>
                      <a:pt x="1241" y="282"/>
                      <a:pt x="1304" y="354"/>
                      <a:pt x="1350" y="417"/>
                    </a:cubicBezTo>
                    <a:cubicBezTo>
                      <a:pt x="1395" y="490"/>
                      <a:pt x="1413" y="580"/>
                      <a:pt x="1413" y="671"/>
                    </a:cubicBezTo>
                    <a:cubicBezTo>
                      <a:pt x="1413" y="734"/>
                      <a:pt x="1413" y="798"/>
                      <a:pt x="1395" y="852"/>
                    </a:cubicBezTo>
                    <a:cubicBezTo>
                      <a:pt x="1377" y="906"/>
                      <a:pt x="1359" y="952"/>
                      <a:pt x="1323" y="979"/>
                    </a:cubicBezTo>
                    <a:cubicBezTo>
                      <a:pt x="1304" y="1006"/>
                      <a:pt x="1268" y="1024"/>
                      <a:pt x="1232" y="1024"/>
                    </a:cubicBezTo>
                    <a:cubicBezTo>
                      <a:pt x="1223" y="1024"/>
                      <a:pt x="1196" y="1006"/>
                      <a:pt x="1187" y="997"/>
                    </a:cubicBezTo>
                    <a:cubicBezTo>
                      <a:pt x="1169" y="979"/>
                      <a:pt x="1169" y="952"/>
                      <a:pt x="1169" y="933"/>
                    </a:cubicBezTo>
                    <a:lnTo>
                      <a:pt x="1223" y="481"/>
                    </a:lnTo>
                    <a:lnTo>
                      <a:pt x="1132" y="417"/>
                    </a:lnTo>
                    <a:lnTo>
                      <a:pt x="951" y="417"/>
                    </a:lnTo>
                    <a:cubicBezTo>
                      <a:pt x="861" y="417"/>
                      <a:pt x="770" y="435"/>
                      <a:pt x="689" y="481"/>
                    </a:cubicBezTo>
                    <a:cubicBezTo>
                      <a:pt x="607" y="526"/>
                      <a:pt x="544" y="580"/>
                      <a:pt x="499" y="644"/>
                    </a:cubicBezTo>
                    <a:cubicBezTo>
                      <a:pt x="453" y="716"/>
                      <a:pt x="426" y="807"/>
                      <a:pt x="426" y="897"/>
                    </a:cubicBezTo>
                    <a:cubicBezTo>
                      <a:pt x="426" y="997"/>
                      <a:pt x="462" y="1087"/>
                      <a:pt x="526" y="1160"/>
                    </a:cubicBezTo>
                    <a:cubicBezTo>
                      <a:pt x="598" y="1223"/>
                      <a:pt x="689" y="1259"/>
                      <a:pt x="825" y="1259"/>
                    </a:cubicBezTo>
                    <a:cubicBezTo>
                      <a:pt x="861" y="1259"/>
                      <a:pt x="888" y="1250"/>
                      <a:pt x="924" y="1232"/>
                    </a:cubicBezTo>
                    <a:cubicBezTo>
                      <a:pt x="969" y="1223"/>
                      <a:pt x="997" y="1205"/>
                      <a:pt x="1024" y="1187"/>
                    </a:cubicBezTo>
                    <a:cubicBezTo>
                      <a:pt x="1069" y="1223"/>
                      <a:pt x="1132" y="1250"/>
                      <a:pt x="1205" y="1250"/>
                    </a:cubicBezTo>
                    <a:cubicBezTo>
                      <a:pt x="1332" y="1250"/>
                      <a:pt x="1431" y="1205"/>
                      <a:pt x="1513" y="1096"/>
                    </a:cubicBezTo>
                    <a:cubicBezTo>
                      <a:pt x="1594" y="997"/>
                      <a:pt x="1630" y="861"/>
                      <a:pt x="1630" y="680"/>
                    </a:cubicBezTo>
                    <a:cubicBezTo>
                      <a:pt x="1630" y="544"/>
                      <a:pt x="1603" y="435"/>
                      <a:pt x="1540" y="327"/>
                    </a:cubicBezTo>
                    <a:cubicBezTo>
                      <a:pt x="1467" y="227"/>
                      <a:pt x="1395" y="146"/>
                      <a:pt x="1277" y="91"/>
                    </a:cubicBezTo>
                    <a:cubicBezTo>
                      <a:pt x="1169" y="37"/>
                      <a:pt x="1042" y="1"/>
                      <a:pt x="9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-20436" y="3552230"/>
                <a:ext cx="151554" cy="13066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182" extrusionOk="0">
                    <a:moveTo>
                      <a:pt x="0" y="1"/>
                    </a:moveTo>
                    <a:lnTo>
                      <a:pt x="0" y="182"/>
                    </a:lnTo>
                    <a:lnTo>
                      <a:pt x="2110" y="182"/>
                    </a:lnTo>
                    <a:lnTo>
                      <a:pt x="21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-20436" y="3978035"/>
                <a:ext cx="151554" cy="13066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182" extrusionOk="0">
                    <a:moveTo>
                      <a:pt x="0" y="0"/>
                    </a:moveTo>
                    <a:lnTo>
                      <a:pt x="0" y="181"/>
                    </a:lnTo>
                    <a:lnTo>
                      <a:pt x="2110" y="181"/>
                    </a:lnTo>
                    <a:lnTo>
                      <a:pt x="21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-20436" y="3689355"/>
                <a:ext cx="484384" cy="13138"/>
              </a:xfrm>
              <a:custGeom>
                <a:avLst/>
                <a:gdLst/>
                <a:ahLst/>
                <a:cxnLst/>
                <a:rect l="l" t="t" r="r" b="b"/>
                <a:pathLst>
                  <a:path w="6747" h="183" extrusionOk="0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-20436" y="3747866"/>
                <a:ext cx="484384" cy="13066"/>
              </a:xfrm>
              <a:custGeom>
                <a:avLst/>
                <a:gdLst/>
                <a:ahLst/>
                <a:cxnLst/>
                <a:rect l="l" t="t" r="r" b="b"/>
                <a:pathLst>
                  <a:path w="6747" h="182" extrusionOk="0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-20436" y="3806378"/>
                <a:ext cx="484384" cy="13066"/>
              </a:xfrm>
              <a:custGeom>
                <a:avLst/>
                <a:gdLst/>
                <a:ahLst/>
                <a:cxnLst/>
                <a:rect l="l" t="t" r="r" b="b"/>
                <a:pathLst>
                  <a:path w="6747" h="182" extrusionOk="0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-20436" y="3865535"/>
                <a:ext cx="484384" cy="13066"/>
              </a:xfrm>
              <a:custGeom>
                <a:avLst/>
                <a:gdLst/>
                <a:ahLst/>
                <a:cxnLst/>
                <a:rect l="l" t="t" r="r" b="b"/>
                <a:pathLst>
                  <a:path w="6747" h="182" extrusionOk="0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-82178" y="3325363"/>
                <a:ext cx="624738" cy="819152"/>
              </a:xfrm>
              <a:custGeom>
                <a:avLst/>
                <a:gdLst/>
                <a:ahLst/>
                <a:cxnLst/>
                <a:rect l="l" t="t" r="r" b="b"/>
                <a:pathLst>
                  <a:path w="8702" h="11410" extrusionOk="0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11300"/>
                    </a:lnTo>
                    <a:cubicBezTo>
                      <a:pt x="0" y="11364"/>
                      <a:pt x="55" y="11409"/>
                      <a:pt x="118" y="11409"/>
                    </a:cubicBezTo>
                    <a:lnTo>
                      <a:pt x="8593" y="11409"/>
                    </a:lnTo>
                    <a:cubicBezTo>
                      <a:pt x="8656" y="11409"/>
                      <a:pt x="8702" y="11355"/>
                      <a:pt x="8702" y="11300"/>
                    </a:cubicBezTo>
                    <a:lnTo>
                      <a:pt x="8702" y="118"/>
                    </a:lnTo>
                    <a:cubicBezTo>
                      <a:pt x="8702" y="46"/>
                      <a:pt x="8647" y="1"/>
                      <a:pt x="8593" y="1"/>
                    </a:cubicBezTo>
                    <a:lnTo>
                      <a:pt x="6501" y="1"/>
                    </a:lnTo>
                    <a:cubicBezTo>
                      <a:pt x="6429" y="1"/>
                      <a:pt x="6384" y="46"/>
                      <a:pt x="6384" y="118"/>
                    </a:cubicBezTo>
                    <a:cubicBezTo>
                      <a:pt x="6384" y="182"/>
                      <a:pt x="6438" y="227"/>
                      <a:pt x="6501" y="227"/>
                    </a:cubicBezTo>
                    <a:lnTo>
                      <a:pt x="8475" y="227"/>
                    </a:lnTo>
                    <a:lnTo>
                      <a:pt x="8475" y="11192"/>
                    </a:lnTo>
                    <a:lnTo>
                      <a:pt x="227" y="11192"/>
                    </a:lnTo>
                    <a:lnTo>
                      <a:pt x="227" y="227"/>
                    </a:lnTo>
                    <a:lnTo>
                      <a:pt x="4826" y="227"/>
                    </a:lnTo>
                    <a:cubicBezTo>
                      <a:pt x="4890" y="227"/>
                      <a:pt x="4935" y="182"/>
                      <a:pt x="4935" y="118"/>
                    </a:cubicBezTo>
                    <a:cubicBezTo>
                      <a:pt x="4935" y="46"/>
                      <a:pt x="4881" y="1"/>
                      <a:pt x="48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304572" y="3325363"/>
                <a:ext cx="38409" cy="16297"/>
              </a:xfrm>
              <a:custGeom>
                <a:avLst/>
                <a:gdLst/>
                <a:ahLst/>
                <a:cxnLst/>
                <a:rect l="l" t="t" r="r" b="b"/>
                <a:pathLst>
                  <a:path w="535" h="227" extrusionOk="0">
                    <a:moveTo>
                      <a:pt x="118" y="1"/>
                    </a:moveTo>
                    <a:cubicBezTo>
                      <a:pt x="46" y="1"/>
                      <a:pt x="1" y="46"/>
                      <a:pt x="1" y="118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417" y="227"/>
                    </a:lnTo>
                    <a:cubicBezTo>
                      <a:pt x="481" y="227"/>
                      <a:pt x="535" y="182"/>
                      <a:pt x="535" y="118"/>
                    </a:cubicBezTo>
                    <a:cubicBezTo>
                      <a:pt x="535" y="46"/>
                      <a:pt x="481" y="1"/>
                      <a:pt x="4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463953" y="3441596"/>
                <a:ext cx="172230" cy="171153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384" extrusionOk="0">
                    <a:moveTo>
                      <a:pt x="57" y="0"/>
                    </a:moveTo>
                    <a:cubicBezTo>
                      <a:pt x="27" y="0"/>
                      <a:pt x="0" y="25"/>
                      <a:pt x="8" y="57"/>
                    </a:cubicBezTo>
                    <a:lnTo>
                      <a:pt x="551" y="2040"/>
                    </a:lnTo>
                    <a:cubicBezTo>
                      <a:pt x="561" y="2064"/>
                      <a:pt x="585" y="2078"/>
                      <a:pt x="609" y="2078"/>
                    </a:cubicBezTo>
                    <a:cubicBezTo>
                      <a:pt x="628" y="2078"/>
                      <a:pt x="648" y="2069"/>
                      <a:pt x="660" y="2049"/>
                    </a:cubicBezTo>
                    <a:lnTo>
                      <a:pt x="950" y="1460"/>
                    </a:lnTo>
                    <a:cubicBezTo>
                      <a:pt x="965" y="1435"/>
                      <a:pt x="989" y="1423"/>
                      <a:pt x="1010" y="1423"/>
                    </a:cubicBezTo>
                    <a:cubicBezTo>
                      <a:pt x="1027" y="1423"/>
                      <a:pt x="1041" y="1430"/>
                      <a:pt x="1049" y="1442"/>
                    </a:cubicBezTo>
                    <a:lnTo>
                      <a:pt x="1973" y="2356"/>
                    </a:lnTo>
                    <a:cubicBezTo>
                      <a:pt x="1986" y="2375"/>
                      <a:pt x="2005" y="2384"/>
                      <a:pt x="2023" y="2384"/>
                    </a:cubicBezTo>
                    <a:cubicBezTo>
                      <a:pt x="2041" y="2384"/>
                      <a:pt x="2059" y="2375"/>
                      <a:pt x="2073" y="2356"/>
                    </a:cubicBezTo>
                    <a:lnTo>
                      <a:pt x="2380" y="2049"/>
                    </a:lnTo>
                    <a:cubicBezTo>
                      <a:pt x="2398" y="2040"/>
                      <a:pt x="2398" y="1994"/>
                      <a:pt x="2362" y="1958"/>
                    </a:cubicBezTo>
                    <a:lnTo>
                      <a:pt x="1448" y="1044"/>
                    </a:lnTo>
                    <a:cubicBezTo>
                      <a:pt x="1412" y="1007"/>
                      <a:pt x="1421" y="953"/>
                      <a:pt x="1475" y="944"/>
                    </a:cubicBezTo>
                    <a:lnTo>
                      <a:pt x="2063" y="645"/>
                    </a:lnTo>
                    <a:cubicBezTo>
                      <a:pt x="2109" y="618"/>
                      <a:pt x="2091" y="555"/>
                      <a:pt x="2045" y="546"/>
                    </a:cubicBezTo>
                    <a:lnTo>
                      <a:pt x="71" y="2"/>
                    </a:lnTo>
                    <a:cubicBezTo>
                      <a:pt x="67" y="1"/>
                      <a:pt x="62" y="0"/>
                      <a:pt x="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456055" y="3435063"/>
                <a:ext cx="186660" cy="186158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2593" extrusionOk="0">
                    <a:moveTo>
                      <a:pt x="245" y="229"/>
                    </a:moveTo>
                    <a:lnTo>
                      <a:pt x="1983" y="700"/>
                    </a:lnTo>
                    <a:lnTo>
                      <a:pt x="1531" y="926"/>
                    </a:lnTo>
                    <a:cubicBezTo>
                      <a:pt x="1494" y="953"/>
                      <a:pt x="1458" y="999"/>
                      <a:pt x="1449" y="1053"/>
                    </a:cubicBezTo>
                    <a:cubicBezTo>
                      <a:pt x="1431" y="1107"/>
                      <a:pt x="1458" y="1171"/>
                      <a:pt x="1494" y="1198"/>
                    </a:cubicBezTo>
                    <a:lnTo>
                      <a:pt x="2382" y="2094"/>
                    </a:lnTo>
                    <a:lnTo>
                      <a:pt x="2128" y="2357"/>
                    </a:lnTo>
                    <a:lnTo>
                      <a:pt x="1232" y="1460"/>
                    </a:lnTo>
                    <a:cubicBezTo>
                      <a:pt x="1196" y="1442"/>
                      <a:pt x="1150" y="1415"/>
                      <a:pt x="1105" y="1415"/>
                    </a:cubicBezTo>
                    <a:cubicBezTo>
                      <a:pt x="1096" y="1415"/>
                      <a:pt x="1087" y="1415"/>
                      <a:pt x="1069" y="1424"/>
                    </a:cubicBezTo>
                    <a:cubicBezTo>
                      <a:pt x="1014" y="1433"/>
                      <a:pt x="969" y="1470"/>
                      <a:pt x="951" y="1515"/>
                    </a:cubicBezTo>
                    <a:lnTo>
                      <a:pt x="725" y="1968"/>
                    </a:lnTo>
                    <a:lnTo>
                      <a:pt x="245" y="229"/>
                    </a:lnTo>
                    <a:close/>
                    <a:moveTo>
                      <a:pt x="176" y="0"/>
                    </a:moveTo>
                    <a:cubicBezTo>
                      <a:pt x="136" y="0"/>
                      <a:pt x="92" y="18"/>
                      <a:pt x="55" y="48"/>
                    </a:cubicBezTo>
                    <a:cubicBezTo>
                      <a:pt x="9" y="84"/>
                      <a:pt x="0" y="139"/>
                      <a:pt x="9" y="193"/>
                    </a:cubicBezTo>
                    <a:lnTo>
                      <a:pt x="553" y="2176"/>
                    </a:lnTo>
                    <a:cubicBezTo>
                      <a:pt x="562" y="2230"/>
                      <a:pt x="616" y="2275"/>
                      <a:pt x="689" y="2284"/>
                    </a:cubicBezTo>
                    <a:cubicBezTo>
                      <a:pt x="752" y="2284"/>
                      <a:pt x="815" y="2257"/>
                      <a:pt x="842" y="2194"/>
                    </a:cubicBezTo>
                    <a:lnTo>
                      <a:pt x="1114" y="1669"/>
                    </a:lnTo>
                    <a:lnTo>
                      <a:pt x="1992" y="2538"/>
                    </a:lnTo>
                    <a:cubicBezTo>
                      <a:pt x="2020" y="2574"/>
                      <a:pt x="2065" y="2592"/>
                      <a:pt x="2110" y="2592"/>
                    </a:cubicBezTo>
                    <a:cubicBezTo>
                      <a:pt x="2173" y="2592"/>
                      <a:pt x="2219" y="2574"/>
                      <a:pt x="2237" y="2529"/>
                    </a:cubicBezTo>
                    <a:lnTo>
                      <a:pt x="2545" y="2221"/>
                    </a:lnTo>
                    <a:cubicBezTo>
                      <a:pt x="2581" y="2185"/>
                      <a:pt x="2599" y="2140"/>
                      <a:pt x="2599" y="2094"/>
                    </a:cubicBezTo>
                    <a:cubicBezTo>
                      <a:pt x="2599" y="2049"/>
                      <a:pt x="2581" y="2004"/>
                      <a:pt x="2545" y="1968"/>
                    </a:cubicBezTo>
                    <a:lnTo>
                      <a:pt x="1675" y="1098"/>
                    </a:lnTo>
                    <a:lnTo>
                      <a:pt x="2201" y="827"/>
                    </a:lnTo>
                    <a:cubicBezTo>
                      <a:pt x="2273" y="790"/>
                      <a:pt x="2291" y="736"/>
                      <a:pt x="2291" y="673"/>
                    </a:cubicBezTo>
                    <a:cubicBezTo>
                      <a:pt x="2291" y="600"/>
                      <a:pt x="2246" y="555"/>
                      <a:pt x="2183" y="537"/>
                    </a:cubicBezTo>
                    <a:lnTo>
                      <a:pt x="200" y="3"/>
                    </a:lnTo>
                    <a:cubicBezTo>
                      <a:pt x="192" y="1"/>
                      <a:pt x="184" y="0"/>
                      <a:pt x="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41;p2"/>
            <p:cNvGrpSpPr/>
            <p:nvPr/>
          </p:nvGrpSpPr>
          <p:grpSpPr>
            <a:xfrm>
              <a:off x="1333583" y="4270739"/>
              <a:ext cx="527890" cy="812619"/>
              <a:chOff x="2071188" y="4170850"/>
              <a:chExt cx="183825" cy="282975"/>
            </a:xfrm>
          </p:grpSpPr>
          <p:sp>
            <p:nvSpPr>
              <p:cNvPr id="42" name="Google Shape;42;p2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avLst/>
                <a:gdLst/>
                <a:ahLst/>
                <a:cxnLst/>
                <a:rect l="l" t="t" r="r" b="b"/>
                <a:pathLst>
                  <a:path w="7136" h="11120" extrusionOk="0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11319" extrusionOk="0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554" extrusionOk="0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avLst/>
                <a:gdLst/>
                <a:ahLst/>
                <a:cxnLst/>
                <a:rect l="l" t="t" r="r" b="b"/>
                <a:pathLst>
                  <a:path w="5696" h="7987" extrusionOk="0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3329" extrusionOk="0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689" extrusionOk="0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46" extrusionOk="0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" name="Google Shape;49;p2"/>
            <p:cNvSpPr/>
            <p:nvPr/>
          </p:nvSpPr>
          <p:spPr>
            <a:xfrm>
              <a:off x="194131" y="1187229"/>
              <a:ext cx="171584" cy="171153"/>
            </a:xfrm>
            <a:custGeom>
              <a:avLst/>
              <a:gdLst/>
              <a:ahLst/>
              <a:cxnLst/>
              <a:rect l="l" t="t" r="r" b="b"/>
              <a:pathLst>
                <a:path w="2390" h="2384" extrusionOk="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13223" y="4270754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2"/>
            <p:cNvGrpSpPr/>
            <p:nvPr/>
          </p:nvGrpSpPr>
          <p:grpSpPr>
            <a:xfrm>
              <a:off x="6936033" y="799321"/>
              <a:ext cx="134611" cy="132026"/>
              <a:chOff x="3025300" y="2552125"/>
              <a:chExt cx="46875" cy="45975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" name="Google Shape;54;p2"/>
            <p:cNvSpPr/>
            <p:nvPr/>
          </p:nvSpPr>
          <p:spPr>
            <a:xfrm>
              <a:off x="7824674" y="4852750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" name="Google Shape;55;p2"/>
            <p:cNvGrpSpPr/>
            <p:nvPr/>
          </p:nvGrpSpPr>
          <p:grpSpPr>
            <a:xfrm>
              <a:off x="6936025" y="175766"/>
              <a:ext cx="598749" cy="429750"/>
              <a:chOff x="1654750" y="3200363"/>
              <a:chExt cx="208500" cy="149650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8095" h="3722" extrusionOk="0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avLst/>
                <a:gdLst/>
                <a:ahLst/>
                <a:cxnLst/>
                <a:rect l="l" t="t" r="r" b="b"/>
                <a:pathLst>
                  <a:path w="5099" h="3940" extrusionOk="0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335" extrusionOk="0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avLst/>
                <a:gdLst/>
                <a:ahLst/>
                <a:cxnLst/>
                <a:rect l="l" t="t" r="r" b="b"/>
                <a:pathLst>
                  <a:path w="2455" h="2246" extrusionOk="0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544" extrusionOk="0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avLst/>
                <a:gdLst/>
                <a:ahLst/>
                <a:cxnLst/>
                <a:rect l="l" t="t" r="r" b="b"/>
                <a:pathLst>
                  <a:path w="8331" h="5986" extrusionOk="0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1612" extrusionOk="0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" name="Google Shape;63;p2"/>
            <p:cNvGrpSpPr/>
            <p:nvPr/>
          </p:nvGrpSpPr>
          <p:grpSpPr>
            <a:xfrm>
              <a:off x="1042984" y="3928628"/>
              <a:ext cx="290585" cy="288587"/>
              <a:chOff x="-4169616" y="1109659"/>
              <a:chExt cx="484389" cy="481058"/>
            </a:xfrm>
          </p:grpSpPr>
          <p:sp>
            <p:nvSpPr>
              <p:cNvPr id="64" name="Google Shape;64;p2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1178" extrusionOk="0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-4169616" y="1109659"/>
                <a:ext cx="484389" cy="481058"/>
              </a:xfrm>
              <a:custGeom>
                <a:avLst/>
                <a:gdLst/>
                <a:ahLst/>
                <a:cxnLst/>
                <a:rect l="l" t="t" r="r" b="b"/>
                <a:pathLst>
                  <a:path w="2618" h="2600" extrusionOk="0">
                    <a:moveTo>
                      <a:pt x="1323" y="0"/>
                    </a:moveTo>
                    <a:cubicBezTo>
                      <a:pt x="1241" y="0"/>
                      <a:pt x="1160" y="10"/>
                      <a:pt x="1078" y="19"/>
                    </a:cubicBezTo>
                    <a:cubicBezTo>
                      <a:pt x="1024" y="28"/>
                      <a:pt x="988" y="73"/>
                      <a:pt x="1006" y="136"/>
                    </a:cubicBezTo>
                    <a:cubicBezTo>
                      <a:pt x="1013" y="181"/>
                      <a:pt x="1045" y="213"/>
                      <a:pt x="1087" y="213"/>
                    </a:cubicBezTo>
                    <a:cubicBezTo>
                      <a:pt x="1096" y="213"/>
                      <a:pt x="1105" y="212"/>
                      <a:pt x="1115" y="209"/>
                    </a:cubicBezTo>
                    <a:cubicBezTo>
                      <a:pt x="1178" y="200"/>
                      <a:pt x="1250" y="191"/>
                      <a:pt x="1323" y="191"/>
                    </a:cubicBezTo>
                    <a:cubicBezTo>
                      <a:pt x="1939" y="191"/>
                      <a:pt x="2437" y="698"/>
                      <a:pt x="2437" y="1313"/>
                    </a:cubicBezTo>
                    <a:cubicBezTo>
                      <a:pt x="2437" y="1929"/>
                      <a:pt x="1930" y="2427"/>
                      <a:pt x="1323" y="2427"/>
                    </a:cubicBezTo>
                    <a:cubicBezTo>
                      <a:pt x="698" y="2427"/>
                      <a:pt x="200" y="1929"/>
                      <a:pt x="200" y="1313"/>
                    </a:cubicBezTo>
                    <a:cubicBezTo>
                      <a:pt x="200" y="1087"/>
                      <a:pt x="264" y="870"/>
                      <a:pt x="390" y="689"/>
                    </a:cubicBezTo>
                    <a:cubicBezTo>
                      <a:pt x="427" y="643"/>
                      <a:pt x="417" y="589"/>
                      <a:pt x="372" y="553"/>
                    </a:cubicBezTo>
                    <a:cubicBezTo>
                      <a:pt x="350" y="538"/>
                      <a:pt x="327" y="530"/>
                      <a:pt x="305" y="530"/>
                    </a:cubicBezTo>
                    <a:cubicBezTo>
                      <a:pt x="276" y="530"/>
                      <a:pt x="248" y="545"/>
                      <a:pt x="227" y="571"/>
                    </a:cubicBezTo>
                    <a:cubicBezTo>
                      <a:pt x="82" y="788"/>
                      <a:pt x="1" y="1042"/>
                      <a:pt x="1" y="1295"/>
                    </a:cubicBezTo>
                    <a:cubicBezTo>
                      <a:pt x="1" y="2011"/>
                      <a:pt x="580" y="2599"/>
                      <a:pt x="1305" y="2599"/>
                    </a:cubicBezTo>
                    <a:cubicBezTo>
                      <a:pt x="2029" y="2599"/>
                      <a:pt x="2618" y="2011"/>
                      <a:pt x="2618" y="1295"/>
                    </a:cubicBezTo>
                    <a:cubicBezTo>
                      <a:pt x="2618" y="589"/>
                      <a:pt x="2047" y="0"/>
                      <a:pt x="13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-4075624" y="1134082"/>
                <a:ext cx="53657" cy="46071"/>
              </a:xfrm>
              <a:custGeom>
                <a:avLst/>
                <a:gdLst/>
                <a:ahLst/>
                <a:cxnLst/>
                <a:rect l="l" t="t" r="r" b="b"/>
                <a:pathLst>
                  <a:path w="290" h="249" extrusionOk="0">
                    <a:moveTo>
                      <a:pt x="190" y="1"/>
                    </a:moveTo>
                    <a:cubicBezTo>
                      <a:pt x="175" y="1"/>
                      <a:pt x="159" y="5"/>
                      <a:pt x="145" y="13"/>
                    </a:cubicBezTo>
                    <a:cubicBezTo>
                      <a:pt x="109" y="31"/>
                      <a:pt x="91" y="50"/>
                      <a:pt x="54" y="68"/>
                    </a:cubicBezTo>
                    <a:cubicBezTo>
                      <a:pt x="9" y="104"/>
                      <a:pt x="0" y="158"/>
                      <a:pt x="27" y="203"/>
                    </a:cubicBezTo>
                    <a:cubicBezTo>
                      <a:pt x="54" y="240"/>
                      <a:pt x="72" y="249"/>
                      <a:pt x="109" y="249"/>
                    </a:cubicBezTo>
                    <a:cubicBezTo>
                      <a:pt x="136" y="249"/>
                      <a:pt x="154" y="249"/>
                      <a:pt x="154" y="213"/>
                    </a:cubicBezTo>
                    <a:cubicBezTo>
                      <a:pt x="181" y="203"/>
                      <a:pt x="208" y="185"/>
                      <a:pt x="235" y="167"/>
                    </a:cubicBezTo>
                    <a:cubicBezTo>
                      <a:pt x="281" y="149"/>
                      <a:pt x="290" y="95"/>
                      <a:pt x="272" y="50"/>
                    </a:cubicBezTo>
                    <a:cubicBezTo>
                      <a:pt x="253" y="19"/>
                      <a:pt x="222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2"/>
            <p:cNvGrpSpPr/>
            <p:nvPr/>
          </p:nvGrpSpPr>
          <p:grpSpPr>
            <a:xfrm>
              <a:off x="490643" y="86601"/>
              <a:ext cx="513604" cy="447124"/>
              <a:chOff x="1742100" y="2304325"/>
              <a:chExt cx="178850" cy="155700"/>
            </a:xfrm>
          </p:grpSpPr>
          <p:sp>
            <p:nvSpPr>
              <p:cNvPr id="68" name="Google Shape;68;p2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" name="Google Shape;72;p2"/>
            <p:cNvGrpSpPr/>
            <p:nvPr/>
          </p:nvGrpSpPr>
          <p:grpSpPr>
            <a:xfrm>
              <a:off x="6846437" y="4399586"/>
              <a:ext cx="796402" cy="554929"/>
              <a:chOff x="1141638" y="2589700"/>
              <a:chExt cx="208275" cy="145125"/>
            </a:xfrm>
          </p:grpSpPr>
          <p:sp>
            <p:nvSpPr>
              <p:cNvPr id="73" name="Google Shape;73;p2"/>
              <p:cNvSpPr/>
              <p:nvPr/>
            </p:nvSpPr>
            <p:spPr>
              <a:xfrm>
                <a:off x="11986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54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2244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45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2502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8" y="1"/>
                    </a:moveTo>
                    <a:cubicBezTo>
                      <a:pt x="136" y="1"/>
                      <a:pt x="1" y="155"/>
                      <a:pt x="1" y="318"/>
                    </a:cubicBezTo>
                    <a:cubicBezTo>
                      <a:pt x="1" y="499"/>
                      <a:pt x="146" y="634"/>
                      <a:pt x="318" y="634"/>
                    </a:cubicBezTo>
                    <a:cubicBezTo>
                      <a:pt x="499" y="634"/>
                      <a:pt x="634" y="490"/>
                      <a:pt x="634" y="318"/>
                    </a:cubicBezTo>
                    <a:cubicBezTo>
                      <a:pt x="634" y="155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2760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8" y="1"/>
                    </a:moveTo>
                    <a:cubicBezTo>
                      <a:pt x="137" y="1"/>
                      <a:pt x="1" y="145"/>
                      <a:pt x="1" y="318"/>
                    </a:cubicBezTo>
                    <a:cubicBezTo>
                      <a:pt x="1" y="499"/>
                      <a:pt x="137" y="634"/>
                      <a:pt x="318" y="634"/>
                    </a:cubicBezTo>
                    <a:cubicBezTo>
                      <a:pt x="490" y="634"/>
                      <a:pt x="635" y="499"/>
                      <a:pt x="635" y="318"/>
                    </a:cubicBezTo>
                    <a:cubicBezTo>
                      <a:pt x="635" y="145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141638" y="2589700"/>
                <a:ext cx="208275" cy="145125"/>
              </a:xfrm>
              <a:custGeom>
                <a:avLst/>
                <a:gdLst/>
                <a:ahLst/>
                <a:cxnLst/>
                <a:rect l="l" t="t" r="r" b="b"/>
                <a:pathLst>
                  <a:path w="8331" h="5805" extrusionOk="0">
                    <a:moveTo>
                      <a:pt x="2264" y="1"/>
                    </a:moveTo>
                    <a:cubicBezTo>
                      <a:pt x="1015" y="1"/>
                      <a:pt x="0" y="1024"/>
                      <a:pt x="0" y="2264"/>
                    </a:cubicBezTo>
                    <a:cubicBezTo>
                      <a:pt x="0" y="3043"/>
                      <a:pt x="381" y="3749"/>
                      <a:pt x="1033" y="4166"/>
                    </a:cubicBezTo>
                    <a:lnTo>
                      <a:pt x="725" y="5669"/>
                    </a:lnTo>
                    <a:cubicBezTo>
                      <a:pt x="716" y="5714"/>
                      <a:pt x="734" y="5759"/>
                      <a:pt x="770" y="5787"/>
                    </a:cubicBezTo>
                    <a:cubicBezTo>
                      <a:pt x="779" y="5805"/>
                      <a:pt x="806" y="5805"/>
                      <a:pt x="824" y="5805"/>
                    </a:cubicBezTo>
                    <a:cubicBezTo>
                      <a:pt x="852" y="5805"/>
                      <a:pt x="870" y="5805"/>
                      <a:pt x="906" y="5778"/>
                    </a:cubicBezTo>
                    <a:lnTo>
                      <a:pt x="2626" y="4528"/>
                    </a:lnTo>
                    <a:lnTo>
                      <a:pt x="6067" y="4528"/>
                    </a:lnTo>
                    <a:cubicBezTo>
                      <a:pt x="7307" y="4528"/>
                      <a:pt x="8331" y="3514"/>
                      <a:pt x="8331" y="2264"/>
                    </a:cubicBezTo>
                    <a:cubicBezTo>
                      <a:pt x="8331" y="1024"/>
                      <a:pt x="7307" y="1"/>
                      <a:pt x="6067" y="1"/>
                    </a:cubicBezTo>
                    <a:cubicBezTo>
                      <a:pt x="5995" y="1"/>
                      <a:pt x="5949" y="46"/>
                      <a:pt x="5949" y="119"/>
                    </a:cubicBezTo>
                    <a:cubicBezTo>
                      <a:pt x="5949" y="182"/>
                      <a:pt x="6013" y="227"/>
                      <a:pt x="6067" y="227"/>
                    </a:cubicBezTo>
                    <a:cubicBezTo>
                      <a:pt x="7199" y="227"/>
                      <a:pt x="8113" y="1142"/>
                      <a:pt x="8113" y="2274"/>
                    </a:cubicBezTo>
                    <a:cubicBezTo>
                      <a:pt x="8113" y="3405"/>
                      <a:pt x="7199" y="4329"/>
                      <a:pt x="6067" y="4329"/>
                    </a:cubicBezTo>
                    <a:lnTo>
                      <a:pt x="2590" y="4329"/>
                    </a:lnTo>
                    <a:cubicBezTo>
                      <a:pt x="2563" y="4329"/>
                      <a:pt x="2545" y="4338"/>
                      <a:pt x="2518" y="4347"/>
                    </a:cubicBezTo>
                    <a:lnTo>
                      <a:pt x="996" y="5461"/>
                    </a:lnTo>
                    <a:lnTo>
                      <a:pt x="1250" y="4148"/>
                    </a:lnTo>
                    <a:cubicBezTo>
                      <a:pt x="1268" y="4103"/>
                      <a:pt x="1241" y="4057"/>
                      <a:pt x="1214" y="4030"/>
                    </a:cubicBezTo>
                    <a:cubicBezTo>
                      <a:pt x="589" y="3659"/>
                      <a:pt x="209" y="2998"/>
                      <a:pt x="209" y="2274"/>
                    </a:cubicBezTo>
                    <a:cubicBezTo>
                      <a:pt x="209" y="1142"/>
                      <a:pt x="1132" y="227"/>
                      <a:pt x="2264" y="227"/>
                    </a:cubicBezTo>
                    <a:lnTo>
                      <a:pt x="4763" y="227"/>
                    </a:lnTo>
                    <a:cubicBezTo>
                      <a:pt x="4836" y="227"/>
                      <a:pt x="4881" y="182"/>
                      <a:pt x="4881" y="119"/>
                    </a:cubicBezTo>
                    <a:cubicBezTo>
                      <a:pt x="4881" y="46"/>
                      <a:pt x="4817" y="1"/>
                      <a:pt x="4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267488" y="2589700"/>
                <a:ext cx="11575" cy="5700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28" extrusionOk="0">
                    <a:moveTo>
                      <a:pt x="118" y="1"/>
                    </a:moveTo>
                    <a:cubicBezTo>
                      <a:pt x="46" y="1"/>
                      <a:pt x="1" y="46"/>
                      <a:pt x="1" y="119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354" y="227"/>
                    </a:lnTo>
                    <a:cubicBezTo>
                      <a:pt x="408" y="227"/>
                      <a:pt x="463" y="182"/>
                      <a:pt x="463" y="119"/>
                    </a:cubicBezTo>
                    <a:cubicBezTo>
                      <a:pt x="463" y="46"/>
                      <a:pt x="408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" name="Google Shape;79;p2"/>
            <p:cNvSpPr/>
            <p:nvPr/>
          </p:nvSpPr>
          <p:spPr>
            <a:xfrm>
              <a:off x="1639675" y="2298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47150" y="388865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310238" y="43683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" name="Google Shape;82;p2"/>
            <p:cNvGrpSpPr/>
            <p:nvPr/>
          </p:nvGrpSpPr>
          <p:grpSpPr>
            <a:xfrm>
              <a:off x="7800026" y="3353150"/>
              <a:ext cx="607867" cy="515542"/>
              <a:chOff x="4630425" y="2688625"/>
              <a:chExt cx="211675" cy="179525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avLst/>
                <a:gdLst/>
                <a:ahLst/>
                <a:cxnLst/>
                <a:rect l="l" t="t" r="r" b="b"/>
                <a:pathLst>
                  <a:path w="8467" h="7181" extrusionOk="0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2871" h="3333" extrusionOk="0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 rot="2700000">
              <a:off x="8121000" y="733608"/>
              <a:ext cx="619570" cy="621149"/>
              <a:chOff x="109775" y="3205350"/>
              <a:chExt cx="215750" cy="216300"/>
            </a:xfrm>
          </p:grpSpPr>
          <p:sp>
            <p:nvSpPr>
              <p:cNvPr id="86" name="Google Shape;86;p2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avLst/>
                <a:gdLst/>
                <a:ahLst/>
                <a:cxnLst/>
                <a:rect l="l" t="t" r="r" b="b"/>
                <a:pathLst>
                  <a:path w="5841" h="5654" extrusionOk="0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3318" extrusionOk="0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824" extrusionOk="0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27" extrusionOk="0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80" extrusionOk="0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1649" extrusionOk="0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287" extrusionOk="0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172" extrusionOk="0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81" extrusionOk="0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979" h="959" extrusionOk="0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30" extrusionOk="0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22" extrusionOk="0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1227" extrusionOk="0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16" extrusionOk="0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231" extrusionOk="0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46" extrusionOk="0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" name="Google Shape;104;p2"/>
            <p:cNvSpPr/>
            <p:nvPr/>
          </p:nvSpPr>
          <p:spPr>
            <a:xfrm>
              <a:off x="7234737" y="3366844"/>
              <a:ext cx="250987" cy="261253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 rot="6165895">
              <a:off x="223763" y="333893"/>
              <a:ext cx="250984" cy="261251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" name="Google Shape;106;p2"/>
            <p:cNvGrpSpPr/>
            <p:nvPr/>
          </p:nvGrpSpPr>
          <p:grpSpPr>
            <a:xfrm>
              <a:off x="7693068" y="2127224"/>
              <a:ext cx="1031730" cy="931005"/>
              <a:chOff x="1484475" y="4559750"/>
              <a:chExt cx="359275" cy="3242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1484475" y="4559750"/>
                <a:ext cx="359275" cy="232725"/>
              </a:xfrm>
              <a:custGeom>
                <a:avLst/>
                <a:gdLst/>
                <a:ahLst/>
                <a:cxnLst/>
                <a:rect l="l" t="t" r="r" b="b"/>
                <a:pathLst>
                  <a:path w="14371" h="9309" extrusionOk="0">
                    <a:moveTo>
                      <a:pt x="453" y="1"/>
                    </a:moveTo>
                    <a:cubicBezTo>
                      <a:pt x="200" y="1"/>
                      <a:pt x="1" y="209"/>
                      <a:pt x="1" y="454"/>
                    </a:cubicBezTo>
                    <a:lnTo>
                      <a:pt x="1" y="8856"/>
                    </a:lnTo>
                    <a:cubicBezTo>
                      <a:pt x="1" y="9101"/>
                      <a:pt x="200" y="9309"/>
                      <a:pt x="453" y="9309"/>
                    </a:cubicBezTo>
                    <a:lnTo>
                      <a:pt x="10794" y="9309"/>
                    </a:lnTo>
                    <a:cubicBezTo>
                      <a:pt x="10866" y="9309"/>
                      <a:pt x="10902" y="9264"/>
                      <a:pt x="10902" y="9191"/>
                    </a:cubicBezTo>
                    <a:cubicBezTo>
                      <a:pt x="10902" y="9128"/>
                      <a:pt x="10848" y="9082"/>
                      <a:pt x="10794" y="9082"/>
                    </a:cubicBezTo>
                    <a:lnTo>
                      <a:pt x="453" y="9082"/>
                    </a:lnTo>
                    <a:cubicBezTo>
                      <a:pt x="309" y="9082"/>
                      <a:pt x="209" y="8983"/>
                      <a:pt x="209" y="8847"/>
                    </a:cubicBezTo>
                    <a:lnTo>
                      <a:pt x="209" y="445"/>
                    </a:lnTo>
                    <a:cubicBezTo>
                      <a:pt x="209" y="309"/>
                      <a:pt x="309" y="209"/>
                      <a:pt x="453" y="209"/>
                    </a:cubicBezTo>
                    <a:lnTo>
                      <a:pt x="13917" y="209"/>
                    </a:lnTo>
                    <a:cubicBezTo>
                      <a:pt x="14053" y="209"/>
                      <a:pt x="14153" y="309"/>
                      <a:pt x="14153" y="445"/>
                    </a:cubicBezTo>
                    <a:lnTo>
                      <a:pt x="14153" y="8847"/>
                    </a:lnTo>
                    <a:cubicBezTo>
                      <a:pt x="14153" y="8983"/>
                      <a:pt x="14053" y="9082"/>
                      <a:pt x="13917" y="9082"/>
                    </a:cubicBezTo>
                    <a:lnTo>
                      <a:pt x="12650" y="9082"/>
                    </a:lnTo>
                    <a:cubicBezTo>
                      <a:pt x="12577" y="9082"/>
                      <a:pt x="12532" y="9128"/>
                      <a:pt x="12532" y="9191"/>
                    </a:cubicBezTo>
                    <a:cubicBezTo>
                      <a:pt x="12532" y="9264"/>
                      <a:pt x="12595" y="9309"/>
                      <a:pt x="12650" y="9309"/>
                    </a:cubicBezTo>
                    <a:lnTo>
                      <a:pt x="13917" y="9309"/>
                    </a:lnTo>
                    <a:cubicBezTo>
                      <a:pt x="14171" y="9309"/>
                      <a:pt x="14370" y="9101"/>
                      <a:pt x="14370" y="8856"/>
                    </a:cubicBezTo>
                    <a:lnTo>
                      <a:pt x="14370" y="454"/>
                    </a:lnTo>
                    <a:cubicBezTo>
                      <a:pt x="14370" y="209"/>
                      <a:pt x="14171" y="1"/>
                      <a:pt x="139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596075" y="4835250"/>
                <a:ext cx="135400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16" h="1948" extrusionOk="0">
                    <a:moveTo>
                      <a:pt x="2708" y="218"/>
                    </a:moveTo>
                    <a:cubicBezTo>
                      <a:pt x="4175" y="218"/>
                      <a:pt x="5198" y="616"/>
                      <a:pt x="5198" y="979"/>
                    </a:cubicBezTo>
                    <a:cubicBezTo>
                      <a:pt x="5198" y="1250"/>
                      <a:pt x="4591" y="1585"/>
                      <a:pt x="3459" y="1703"/>
                    </a:cubicBezTo>
                    <a:cubicBezTo>
                      <a:pt x="3351" y="1712"/>
                      <a:pt x="3251" y="1712"/>
                      <a:pt x="3151" y="1721"/>
                    </a:cubicBezTo>
                    <a:cubicBezTo>
                      <a:pt x="3007" y="1739"/>
                      <a:pt x="2853" y="1739"/>
                      <a:pt x="2708" y="1739"/>
                    </a:cubicBezTo>
                    <a:cubicBezTo>
                      <a:pt x="1232" y="1739"/>
                      <a:pt x="218" y="1341"/>
                      <a:pt x="218" y="979"/>
                    </a:cubicBezTo>
                    <a:cubicBezTo>
                      <a:pt x="218" y="616"/>
                      <a:pt x="1232" y="218"/>
                      <a:pt x="2708" y="218"/>
                    </a:cubicBezTo>
                    <a:close/>
                    <a:moveTo>
                      <a:pt x="2708" y="1"/>
                    </a:moveTo>
                    <a:cubicBezTo>
                      <a:pt x="1395" y="1"/>
                      <a:pt x="1" y="345"/>
                      <a:pt x="1" y="979"/>
                    </a:cubicBezTo>
                    <a:cubicBezTo>
                      <a:pt x="1" y="1612"/>
                      <a:pt x="1395" y="1947"/>
                      <a:pt x="2708" y="1947"/>
                    </a:cubicBezTo>
                    <a:cubicBezTo>
                      <a:pt x="2871" y="1947"/>
                      <a:pt x="3016" y="1938"/>
                      <a:pt x="3161" y="1938"/>
                    </a:cubicBezTo>
                    <a:cubicBezTo>
                      <a:pt x="3269" y="1938"/>
                      <a:pt x="3378" y="1929"/>
                      <a:pt x="3477" y="1920"/>
                    </a:cubicBezTo>
                    <a:cubicBezTo>
                      <a:pt x="4655" y="1794"/>
                      <a:pt x="5415" y="1431"/>
                      <a:pt x="5415" y="979"/>
                    </a:cubicBezTo>
                    <a:cubicBezTo>
                      <a:pt x="5415" y="345"/>
                      <a:pt x="4021" y="1"/>
                      <a:pt x="27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665800" y="4850425"/>
                <a:ext cx="952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227" extrusionOk="0">
                    <a:moveTo>
                      <a:pt x="109" y="0"/>
                    </a:moveTo>
                    <a:cubicBezTo>
                      <a:pt x="46" y="0"/>
                      <a:pt x="0" y="46"/>
                      <a:pt x="0" y="109"/>
                    </a:cubicBezTo>
                    <a:cubicBezTo>
                      <a:pt x="0" y="181"/>
                      <a:pt x="55" y="227"/>
                      <a:pt x="109" y="227"/>
                    </a:cubicBezTo>
                    <a:lnTo>
                      <a:pt x="272" y="227"/>
                    </a:lnTo>
                    <a:cubicBezTo>
                      <a:pt x="326" y="227"/>
                      <a:pt x="381" y="181"/>
                      <a:pt x="381" y="109"/>
                    </a:cubicBezTo>
                    <a:cubicBezTo>
                      <a:pt x="381" y="46"/>
                      <a:pt x="326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768100" y="4786800"/>
                <a:ext cx="131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27" extrusionOk="0">
                    <a:moveTo>
                      <a:pt x="119" y="0"/>
                    </a:moveTo>
                    <a:cubicBezTo>
                      <a:pt x="46" y="0"/>
                      <a:pt x="1" y="46"/>
                      <a:pt x="1" y="109"/>
                    </a:cubicBezTo>
                    <a:cubicBezTo>
                      <a:pt x="1" y="182"/>
                      <a:pt x="55" y="227"/>
                      <a:pt x="119" y="227"/>
                    </a:cubicBezTo>
                    <a:lnTo>
                      <a:pt x="408" y="227"/>
                    </a:lnTo>
                    <a:cubicBezTo>
                      <a:pt x="481" y="227"/>
                      <a:pt x="526" y="182"/>
                      <a:pt x="526" y="109"/>
                    </a:cubicBezTo>
                    <a:cubicBezTo>
                      <a:pt x="526" y="46"/>
                      <a:pt x="463" y="0"/>
                      <a:pt x="4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507575" y="4584200"/>
                <a:ext cx="312625" cy="184300"/>
              </a:xfrm>
              <a:custGeom>
                <a:avLst/>
                <a:gdLst/>
                <a:ahLst/>
                <a:cxnLst/>
                <a:rect l="l" t="t" r="r" b="b"/>
                <a:pathLst>
                  <a:path w="12505" h="7372" extrusionOk="0">
                    <a:moveTo>
                      <a:pt x="281" y="1"/>
                    </a:moveTo>
                    <a:cubicBezTo>
                      <a:pt x="127" y="1"/>
                      <a:pt x="0" y="127"/>
                      <a:pt x="0" y="281"/>
                    </a:cubicBezTo>
                    <a:lnTo>
                      <a:pt x="0" y="7081"/>
                    </a:lnTo>
                    <a:cubicBezTo>
                      <a:pt x="0" y="7244"/>
                      <a:pt x="127" y="7371"/>
                      <a:pt x="281" y="7371"/>
                    </a:cubicBezTo>
                    <a:lnTo>
                      <a:pt x="12224" y="7371"/>
                    </a:lnTo>
                    <a:cubicBezTo>
                      <a:pt x="12387" y="7371"/>
                      <a:pt x="12504" y="7244"/>
                      <a:pt x="12495" y="7081"/>
                    </a:cubicBezTo>
                    <a:lnTo>
                      <a:pt x="12495" y="281"/>
                    </a:lnTo>
                    <a:cubicBezTo>
                      <a:pt x="12495" y="127"/>
                      <a:pt x="12369" y="1"/>
                      <a:pt x="122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520250" y="4635350"/>
                <a:ext cx="287275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11491" h="3207" extrusionOk="0">
                    <a:moveTo>
                      <a:pt x="11420" y="0"/>
                    </a:moveTo>
                    <a:cubicBezTo>
                      <a:pt x="11409" y="0"/>
                      <a:pt x="11398" y="3"/>
                      <a:pt x="11391" y="10"/>
                    </a:cubicBezTo>
                    <a:lnTo>
                      <a:pt x="8910" y="1676"/>
                    </a:lnTo>
                    <a:lnTo>
                      <a:pt x="7651" y="825"/>
                    </a:lnTo>
                    <a:cubicBezTo>
                      <a:pt x="7642" y="820"/>
                      <a:pt x="7631" y="818"/>
                      <a:pt x="7620" y="818"/>
                    </a:cubicBezTo>
                    <a:cubicBezTo>
                      <a:pt x="7608" y="818"/>
                      <a:pt x="7597" y="820"/>
                      <a:pt x="7588" y="825"/>
                    </a:cubicBezTo>
                    <a:lnTo>
                      <a:pt x="4346" y="2708"/>
                    </a:lnTo>
                    <a:lnTo>
                      <a:pt x="2309" y="1821"/>
                    </a:lnTo>
                    <a:cubicBezTo>
                      <a:pt x="2300" y="1816"/>
                      <a:pt x="2289" y="1814"/>
                      <a:pt x="2279" y="1814"/>
                    </a:cubicBezTo>
                    <a:cubicBezTo>
                      <a:pt x="2268" y="1814"/>
                      <a:pt x="2259" y="1816"/>
                      <a:pt x="2255" y="1821"/>
                    </a:cubicBezTo>
                    <a:lnTo>
                      <a:pt x="36" y="3089"/>
                    </a:lnTo>
                    <a:cubicBezTo>
                      <a:pt x="0" y="3107"/>
                      <a:pt x="0" y="3134"/>
                      <a:pt x="18" y="3170"/>
                    </a:cubicBezTo>
                    <a:cubicBezTo>
                      <a:pt x="27" y="3197"/>
                      <a:pt x="46" y="3206"/>
                      <a:pt x="73" y="3206"/>
                    </a:cubicBezTo>
                    <a:cubicBezTo>
                      <a:pt x="82" y="3206"/>
                      <a:pt x="91" y="3206"/>
                      <a:pt x="91" y="3179"/>
                    </a:cubicBezTo>
                    <a:lnTo>
                      <a:pt x="2291" y="1930"/>
                    </a:lnTo>
                    <a:lnTo>
                      <a:pt x="4328" y="2808"/>
                    </a:lnTo>
                    <a:cubicBezTo>
                      <a:pt x="4337" y="2812"/>
                      <a:pt x="4349" y="2815"/>
                      <a:pt x="4359" y="2815"/>
                    </a:cubicBezTo>
                    <a:cubicBezTo>
                      <a:pt x="4369" y="2815"/>
                      <a:pt x="4378" y="2812"/>
                      <a:pt x="4383" y="2808"/>
                    </a:cubicBezTo>
                    <a:lnTo>
                      <a:pt x="7624" y="943"/>
                    </a:lnTo>
                    <a:lnTo>
                      <a:pt x="8874" y="1794"/>
                    </a:lnTo>
                    <a:cubicBezTo>
                      <a:pt x="8887" y="1798"/>
                      <a:pt x="8899" y="1801"/>
                      <a:pt x="8910" y="1801"/>
                    </a:cubicBezTo>
                    <a:cubicBezTo>
                      <a:pt x="8921" y="1801"/>
                      <a:pt x="8933" y="1798"/>
                      <a:pt x="8946" y="1794"/>
                    </a:cubicBezTo>
                    <a:lnTo>
                      <a:pt x="11454" y="101"/>
                    </a:lnTo>
                    <a:cubicBezTo>
                      <a:pt x="11481" y="92"/>
                      <a:pt x="11490" y="46"/>
                      <a:pt x="11472" y="19"/>
                    </a:cubicBezTo>
                    <a:cubicBezTo>
                      <a:pt x="11461" y="8"/>
                      <a:pt x="11440" y="0"/>
                      <a:pt x="114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1566650" y="4672475"/>
                <a:ext cx="21525" cy="2155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862" extrusionOk="0">
                    <a:moveTo>
                      <a:pt x="435" y="1"/>
                    </a:moveTo>
                    <a:cubicBezTo>
                      <a:pt x="200" y="1"/>
                      <a:pt x="0" y="191"/>
                      <a:pt x="0" y="427"/>
                    </a:cubicBezTo>
                    <a:cubicBezTo>
                      <a:pt x="0" y="662"/>
                      <a:pt x="200" y="861"/>
                      <a:pt x="435" y="861"/>
                    </a:cubicBezTo>
                    <a:cubicBezTo>
                      <a:pt x="670" y="861"/>
                      <a:pt x="861" y="662"/>
                      <a:pt x="861" y="427"/>
                    </a:cubicBezTo>
                    <a:cubicBezTo>
                      <a:pt x="861" y="191"/>
                      <a:pt x="670" y="1"/>
                      <a:pt x="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1700200" y="4647575"/>
                <a:ext cx="21525" cy="2155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862" extrusionOk="0">
                    <a:moveTo>
                      <a:pt x="451" y="1"/>
                    </a:moveTo>
                    <a:cubicBezTo>
                      <a:pt x="446" y="1"/>
                      <a:pt x="441" y="1"/>
                      <a:pt x="435" y="1"/>
                    </a:cubicBezTo>
                    <a:cubicBezTo>
                      <a:pt x="200" y="1"/>
                      <a:pt x="1" y="191"/>
                      <a:pt x="1" y="427"/>
                    </a:cubicBezTo>
                    <a:cubicBezTo>
                      <a:pt x="1" y="662"/>
                      <a:pt x="200" y="861"/>
                      <a:pt x="435" y="861"/>
                    </a:cubicBezTo>
                    <a:cubicBezTo>
                      <a:pt x="671" y="861"/>
                      <a:pt x="861" y="671"/>
                      <a:pt x="861" y="427"/>
                    </a:cubicBezTo>
                    <a:cubicBezTo>
                      <a:pt x="861" y="188"/>
                      <a:pt x="679" y="1"/>
                      <a:pt x="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618250" y="4694000"/>
                <a:ext cx="21550" cy="21525"/>
              </a:xfrm>
              <a:custGeom>
                <a:avLst/>
                <a:gdLst/>
                <a:ahLst/>
                <a:cxnLst/>
                <a:rect l="l" t="t" r="r" b="b"/>
                <a:pathLst>
                  <a:path w="862" h="861" extrusionOk="0">
                    <a:moveTo>
                      <a:pt x="426" y="0"/>
                    </a:moveTo>
                    <a:cubicBezTo>
                      <a:pt x="191" y="0"/>
                      <a:pt x="1" y="190"/>
                      <a:pt x="1" y="426"/>
                    </a:cubicBezTo>
                    <a:cubicBezTo>
                      <a:pt x="1" y="661"/>
                      <a:pt x="191" y="860"/>
                      <a:pt x="426" y="860"/>
                    </a:cubicBezTo>
                    <a:cubicBezTo>
                      <a:pt x="662" y="860"/>
                      <a:pt x="861" y="661"/>
                      <a:pt x="861" y="426"/>
                    </a:cubicBezTo>
                    <a:cubicBezTo>
                      <a:pt x="861" y="190"/>
                      <a:pt x="662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732575" y="4669325"/>
                <a:ext cx="21525" cy="21525"/>
              </a:xfrm>
              <a:custGeom>
                <a:avLst/>
                <a:gdLst/>
                <a:ahLst/>
                <a:cxnLst/>
                <a:rect l="l" t="t" r="r" b="b"/>
                <a:pathLst>
                  <a:path w="861" h="861" extrusionOk="0">
                    <a:moveTo>
                      <a:pt x="426" y="0"/>
                    </a:moveTo>
                    <a:cubicBezTo>
                      <a:pt x="191" y="0"/>
                      <a:pt x="0" y="190"/>
                      <a:pt x="0" y="435"/>
                    </a:cubicBezTo>
                    <a:cubicBezTo>
                      <a:pt x="0" y="670"/>
                      <a:pt x="191" y="860"/>
                      <a:pt x="426" y="860"/>
                    </a:cubicBezTo>
                    <a:cubicBezTo>
                      <a:pt x="661" y="860"/>
                      <a:pt x="861" y="670"/>
                      <a:pt x="861" y="435"/>
                    </a:cubicBezTo>
                    <a:cubicBezTo>
                      <a:pt x="861" y="190"/>
                      <a:pt x="661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" name="Google Shape;117;p2"/>
              <p:cNvGrpSpPr/>
              <p:nvPr/>
            </p:nvGrpSpPr>
            <p:grpSpPr>
              <a:xfrm>
                <a:off x="1635225" y="4787500"/>
                <a:ext cx="56850" cy="68600"/>
                <a:chOff x="1635225" y="4787500"/>
                <a:chExt cx="56850" cy="68600"/>
              </a:xfrm>
            </p:grpSpPr>
            <p:sp>
              <p:nvSpPr>
                <p:cNvPr id="118" name="Google Shape;118;p2"/>
                <p:cNvSpPr/>
                <p:nvPr/>
              </p:nvSpPr>
              <p:spPr>
                <a:xfrm>
                  <a:off x="1638625" y="4790200"/>
                  <a:ext cx="50975" cy="6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2519" extrusionOk="0">
                      <a:moveTo>
                        <a:pt x="1" y="1"/>
                      </a:moveTo>
                      <a:lnTo>
                        <a:pt x="1" y="2518"/>
                      </a:lnTo>
                      <a:lnTo>
                        <a:pt x="2038" y="2518"/>
                      </a:lnTo>
                      <a:lnTo>
                        <a:pt x="203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1635225" y="4787500"/>
                  <a:ext cx="56850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4" h="2744" extrusionOk="0">
                      <a:moveTo>
                        <a:pt x="110" y="0"/>
                      </a:moveTo>
                      <a:cubicBezTo>
                        <a:pt x="46" y="0"/>
                        <a:pt x="1" y="55"/>
                        <a:pt x="1" y="118"/>
                      </a:cubicBezTo>
                      <a:lnTo>
                        <a:pt x="1" y="2626"/>
                      </a:lnTo>
                      <a:cubicBezTo>
                        <a:pt x="1" y="2698"/>
                        <a:pt x="55" y="2744"/>
                        <a:pt x="110" y="2744"/>
                      </a:cubicBezTo>
                      <a:lnTo>
                        <a:pt x="707" y="2744"/>
                      </a:lnTo>
                      <a:cubicBezTo>
                        <a:pt x="780" y="2744"/>
                        <a:pt x="825" y="2698"/>
                        <a:pt x="825" y="2626"/>
                      </a:cubicBezTo>
                      <a:cubicBezTo>
                        <a:pt x="825" y="2563"/>
                        <a:pt x="771" y="2517"/>
                        <a:pt x="707" y="2517"/>
                      </a:cubicBezTo>
                      <a:lnTo>
                        <a:pt x="227" y="2517"/>
                      </a:lnTo>
                      <a:lnTo>
                        <a:pt x="227" y="218"/>
                      </a:lnTo>
                      <a:lnTo>
                        <a:pt x="2047" y="218"/>
                      </a:lnTo>
                      <a:lnTo>
                        <a:pt x="2047" y="2517"/>
                      </a:lnTo>
                      <a:lnTo>
                        <a:pt x="1875" y="2517"/>
                      </a:lnTo>
                      <a:cubicBezTo>
                        <a:pt x="1812" y="2517"/>
                        <a:pt x="1767" y="2563"/>
                        <a:pt x="1767" y="2626"/>
                      </a:cubicBezTo>
                      <a:cubicBezTo>
                        <a:pt x="1767" y="2698"/>
                        <a:pt x="1821" y="2744"/>
                        <a:pt x="1875" y="2744"/>
                      </a:cubicBezTo>
                      <a:lnTo>
                        <a:pt x="2156" y="2744"/>
                      </a:lnTo>
                      <a:cubicBezTo>
                        <a:pt x="2228" y="2744"/>
                        <a:pt x="2274" y="2680"/>
                        <a:pt x="2265" y="2626"/>
                      </a:cubicBezTo>
                      <a:lnTo>
                        <a:pt x="2265" y="118"/>
                      </a:lnTo>
                      <a:cubicBezTo>
                        <a:pt x="2265" y="46"/>
                        <a:pt x="2201" y="0"/>
                        <a:pt x="21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0" name="Google Shape;120;p2"/>
            <p:cNvSpPr/>
            <p:nvPr/>
          </p:nvSpPr>
          <p:spPr>
            <a:xfrm rot="5400000">
              <a:off x="8593540" y="2883988"/>
              <a:ext cx="33886" cy="30943"/>
            </a:xfrm>
            <a:custGeom>
              <a:avLst/>
              <a:gdLst/>
              <a:ahLst/>
              <a:cxnLst/>
              <a:rect l="l" t="t" r="r" b="b"/>
              <a:pathLst>
                <a:path w="472" h="431" extrusionOk="0">
                  <a:moveTo>
                    <a:pt x="250" y="1"/>
                  </a:moveTo>
                  <a:cubicBezTo>
                    <a:pt x="231" y="1"/>
                    <a:pt x="215" y="5"/>
                    <a:pt x="191" y="5"/>
                  </a:cubicBezTo>
                  <a:cubicBezTo>
                    <a:pt x="164" y="5"/>
                    <a:pt x="155" y="14"/>
                    <a:pt x="146" y="14"/>
                  </a:cubicBezTo>
                  <a:cubicBezTo>
                    <a:pt x="118" y="23"/>
                    <a:pt x="109" y="23"/>
                    <a:pt x="100" y="41"/>
                  </a:cubicBezTo>
                  <a:cubicBezTo>
                    <a:pt x="91" y="41"/>
                    <a:pt x="73" y="50"/>
                    <a:pt x="64" y="59"/>
                  </a:cubicBezTo>
                  <a:cubicBezTo>
                    <a:pt x="19" y="105"/>
                    <a:pt x="1" y="159"/>
                    <a:pt x="1" y="222"/>
                  </a:cubicBezTo>
                  <a:cubicBezTo>
                    <a:pt x="1" y="277"/>
                    <a:pt x="19" y="331"/>
                    <a:pt x="64" y="376"/>
                  </a:cubicBezTo>
                  <a:cubicBezTo>
                    <a:pt x="73" y="376"/>
                    <a:pt x="91" y="385"/>
                    <a:pt x="100" y="403"/>
                  </a:cubicBezTo>
                  <a:cubicBezTo>
                    <a:pt x="118" y="412"/>
                    <a:pt x="137" y="421"/>
                    <a:pt x="146" y="421"/>
                  </a:cubicBezTo>
                  <a:cubicBezTo>
                    <a:pt x="164" y="421"/>
                    <a:pt x="182" y="430"/>
                    <a:pt x="191" y="430"/>
                  </a:cubicBezTo>
                  <a:lnTo>
                    <a:pt x="290" y="430"/>
                  </a:lnTo>
                  <a:cubicBezTo>
                    <a:pt x="318" y="430"/>
                    <a:pt x="327" y="430"/>
                    <a:pt x="336" y="421"/>
                  </a:cubicBezTo>
                  <a:cubicBezTo>
                    <a:pt x="363" y="412"/>
                    <a:pt x="372" y="412"/>
                    <a:pt x="381" y="403"/>
                  </a:cubicBezTo>
                  <a:cubicBezTo>
                    <a:pt x="390" y="403"/>
                    <a:pt x="408" y="385"/>
                    <a:pt x="417" y="376"/>
                  </a:cubicBezTo>
                  <a:cubicBezTo>
                    <a:pt x="417" y="367"/>
                    <a:pt x="426" y="358"/>
                    <a:pt x="444" y="340"/>
                  </a:cubicBezTo>
                  <a:cubicBezTo>
                    <a:pt x="453" y="331"/>
                    <a:pt x="463" y="322"/>
                    <a:pt x="463" y="313"/>
                  </a:cubicBezTo>
                  <a:cubicBezTo>
                    <a:pt x="463" y="286"/>
                    <a:pt x="472" y="277"/>
                    <a:pt x="472" y="268"/>
                  </a:cubicBezTo>
                  <a:lnTo>
                    <a:pt x="472" y="222"/>
                  </a:lnTo>
                  <a:cubicBezTo>
                    <a:pt x="472" y="159"/>
                    <a:pt x="453" y="105"/>
                    <a:pt x="408" y="59"/>
                  </a:cubicBezTo>
                  <a:cubicBezTo>
                    <a:pt x="399" y="59"/>
                    <a:pt x="381" y="50"/>
                    <a:pt x="372" y="41"/>
                  </a:cubicBezTo>
                  <a:cubicBezTo>
                    <a:pt x="354" y="23"/>
                    <a:pt x="336" y="23"/>
                    <a:pt x="327" y="14"/>
                  </a:cubicBezTo>
                  <a:cubicBezTo>
                    <a:pt x="300" y="14"/>
                    <a:pt x="290" y="5"/>
                    <a:pt x="281" y="5"/>
                  </a:cubicBezTo>
                  <a:cubicBezTo>
                    <a:pt x="269" y="2"/>
                    <a:pt x="259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 rot="5400000">
              <a:off x="7958643" y="3594985"/>
              <a:ext cx="1305331" cy="32594"/>
            </a:xfrm>
            <a:custGeom>
              <a:avLst/>
              <a:gdLst/>
              <a:ahLst/>
              <a:cxnLst/>
              <a:rect l="l" t="t" r="r" b="b"/>
              <a:pathLst>
                <a:path w="18182" h="454" extrusionOk="0">
                  <a:moveTo>
                    <a:pt x="226" y="1"/>
                  </a:moveTo>
                  <a:cubicBezTo>
                    <a:pt x="109" y="1"/>
                    <a:pt x="0" y="109"/>
                    <a:pt x="0" y="227"/>
                  </a:cubicBezTo>
                  <a:cubicBezTo>
                    <a:pt x="0" y="354"/>
                    <a:pt x="109" y="453"/>
                    <a:pt x="226" y="453"/>
                  </a:cubicBezTo>
                  <a:cubicBezTo>
                    <a:pt x="353" y="453"/>
                    <a:pt x="453" y="354"/>
                    <a:pt x="453" y="227"/>
                  </a:cubicBezTo>
                  <a:cubicBezTo>
                    <a:pt x="453" y="109"/>
                    <a:pt x="353" y="1"/>
                    <a:pt x="226" y="1"/>
                  </a:cubicBezTo>
                  <a:close/>
                  <a:moveTo>
                    <a:pt x="1268" y="1"/>
                  </a:moveTo>
                  <a:cubicBezTo>
                    <a:pt x="1150" y="1"/>
                    <a:pt x="1041" y="109"/>
                    <a:pt x="1041" y="227"/>
                  </a:cubicBezTo>
                  <a:cubicBezTo>
                    <a:pt x="1041" y="354"/>
                    <a:pt x="1150" y="453"/>
                    <a:pt x="1268" y="453"/>
                  </a:cubicBezTo>
                  <a:cubicBezTo>
                    <a:pt x="1395" y="453"/>
                    <a:pt x="1494" y="354"/>
                    <a:pt x="1494" y="227"/>
                  </a:cubicBezTo>
                  <a:cubicBezTo>
                    <a:pt x="1494" y="109"/>
                    <a:pt x="1395" y="1"/>
                    <a:pt x="1268" y="1"/>
                  </a:cubicBezTo>
                  <a:close/>
                  <a:moveTo>
                    <a:pt x="2309" y="1"/>
                  </a:moveTo>
                  <a:cubicBezTo>
                    <a:pt x="2191" y="1"/>
                    <a:pt x="2083" y="109"/>
                    <a:pt x="2083" y="227"/>
                  </a:cubicBezTo>
                  <a:cubicBezTo>
                    <a:pt x="2083" y="354"/>
                    <a:pt x="2191" y="453"/>
                    <a:pt x="2309" y="453"/>
                  </a:cubicBezTo>
                  <a:cubicBezTo>
                    <a:pt x="2436" y="453"/>
                    <a:pt x="2535" y="354"/>
                    <a:pt x="2535" y="227"/>
                  </a:cubicBezTo>
                  <a:cubicBezTo>
                    <a:pt x="2535" y="109"/>
                    <a:pt x="2436" y="1"/>
                    <a:pt x="2309" y="1"/>
                  </a:cubicBezTo>
                  <a:close/>
                  <a:moveTo>
                    <a:pt x="3350" y="1"/>
                  </a:moveTo>
                  <a:cubicBezTo>
                    <a:pt x="3233" y="1"/>
                    <a:pt x="3124" y="109"/>
                    <a:pt x="3124" y="227"/>
                  </a:cubicBezTo>
                  <a:cubicBezTo>
                    <a:pt x="3124" y="354"/>
                    <a:pt x="3233" y="453"/>
                    <a:pt x="3350" y="453"/>
                  </a:cubicBezTo>
                  <a:cubicBezTo>
                    <a:pt x="3477" y="453"/>
                    <a:pt x="3577" y="354"/>
                    <a:pt x="3577" y="227"/>
                  </a:cubicBezTo>
                  <a:cubicBezTo>
                    <a:pt x="3577" y="109"/>
                    <a:pt x="3477" y="1"/>
                    <a:pt x="3350" y="1"/>
                  </a:cubicBezTo>
                  <a:close/>
                  <a:moveTo>
                    <a:pt x="4392" y="1"/>
                  </a:moveTo>
                  <a:cubicBezTo>
                    <a:pt x="4274" y="1"/>
                    <a:pt x="4165" y="109"/>
                    <a:pt x="4165" y="227"/>
                  </a:cubicBezTo>
                  <a:cubicBezTo>
                    <a:pt x="4165" y="354"/>
                    <a:pt x="4274" y="453"/>
                    <a:pt x="4392" y="453"/>
                  </a:cubicBezTo>
                  <a:cubicBezTo>
                    <a:pt x="4518" y="453"/>
                    <a:pt x="4618" y="354"/>
                    <a:pt x="4618" y="227"/>
                  </a:cubicBezTo>
                  <a:cubicBezTo>
                    <a:pt x="4618" y="109"/>
                    <a:pt x="4518" y="1"/>
                    <a:pt x="4392" y="1"/>
                  </a:cubicBezTo>
                  <a:close/>
                  <a:moveTo>
                    <a:pt x="5433" y="1"/>
                  </a:moveTo>
                  <a:cubicBezTo>
                    <a:pt x="5315" y="1"/>
                    <a:pt x="5206" y="109"/>
                    <a:pt x="5206" y="227"/>
                  </a:cubicBezTo>
                  <a:cubicBezTo>
                    <a:pt x="5206" y="354"/>
                    <a:pt x="5315" y="453"/>
                    <a:pt x="5433" y="453"/>
                  </a:cubicBezTo>
                  <a:cubicBezTo>
                    <a:pt x="5560" y="453"/>
                    <a:pt x="5659" y="354"/>
                    <a:pt x="5659" y="227"/>
                  </a:cubicBezTo>
                  <a:cubicBezTo>
                    <a:pt x="5659" y="109"/>
                    <a:pt x="5560" y="1"/>
                    <a:pt x="5433" y="1"/>
                  </a:cubicBezTo>
                  <a:close/>
                  <a:moveTo>
                    <a:pt x="6492" y="1"/>
                  </a:moveTo>
                  <a:cubicBezTo>
                    <a:pt x="6365" y="1"/>
                    <a:pt x="6266" y="109"/>
                    <a:pt x="6266" y="227"/>
                  </a:cubicBezTo>
                  <a:cubicBezTo>
                    <a:pt x="6266" y="354"/>
                    <a:pt x="6365" y="453"/>
                    <a:pt x="6492" y="453"/>
                  </a:cubicBezTo>
                  <a:cubicBezTo>
                    <a:pt x="6610" y="453"/>
                    <a:pt x="6719" y="354"/>
                    <a:pt x="6719" y="227"/>
                  </a:cubicBezTo>
                  <a:cubicBezTo>
                    <a:pt x="6719" y="109"/>
                    <a:pt x="6610" y="1"/>
                    <a:pt x="6492" y="1"/>
                  </a:cubicBezTo>
                  <a:close/>
                  <a:moveTo>
                    <a:pt x="7533" y="1"/>
                  </a:moveTo>
                  <a:cubicBezTo>
                    <a:pt x="7407" y="1"/>
                    <a:pt x="7307" y="109"/>
                    <a:pt x="7307" y="227"/>
                  </a:cubicBezTo>
                  <a:cubicBezTo>
                    <a:pt x="7307" y="354"/>
                    <a:pt x="7407" y="453"/>
                    <a:pt x="7533" y="453"/>
                  </a:cubicBezTo>
                  <a:cubicBezTo>
                    <a:pt x="7651" y="453"/>
                    <a:pt x="7760" y="354"/>
                    <a:pt x="7760" y="227"/>
                  </a:cubicBezTo>
                  <a:cubicBezTo>
                    <a:pt x="7760" y="109"/>
                    <a:pt x="7651" y="1"/>
                    <a:pt x="7533" y="1"/>
                  </a:cubicBezTo>
                  <a:close/>
                  <a:moveTo>
                    <a:pt x="8575" y="1"/>
                  </a:moveTo>
                  <a:cubicBezTo>
                    <a:pt x="8448" y="1"/>
                    <a:pt x="8348" y="109"/>
                    <a:pt x="8348" y="227"/>
                  </a:cubicBezTo>
                  <a:cubicBezTo>
                    <a:pt x="8348" y="354"/>
                    <a:pt x="8448" y="453"/>
                    <a:pt x="8575" y="453"/>
                  </a:cubicBezTo>
                  <a:cubicBezTo>
                    <a:pt x="8692" y="453"/>
                    <a:pt x="8801" y="354"/>
                    <a:pt x="8801" y="227"/>
                  </a:cubicBezTo>
                  <a:cubicBezTo>
                    <a:pt x="8801" y="109"/>
                    <a:pt x="8692" y="1"/>
                    <a:pt x="8575" y="1"/>
                  </a:cubicBezTo>
                  <a:close/>
                  <a:moveTo>
                    <a:pt x="9616" y="1"/>
                  </a:moveTo>
                  <a:cubicBezTo>
                    <a:pt x="9489" y="1"/>
                    <a:pt x="9390" y="109"/>
                    <a:pt x="9390" y="227"/>
                  </a:cubicBezTo>
                  <a:cubicBezTo>
                    <a:pt x="9390" y="354"/>
                    <a:pt x="9489" y="453"/>
                    <a:pt x="9616" y="453"/>
                  </a:cubicBezTo>
                  <a:cubicBezTo>
                    <a:pt x="9734" y="453"/>
                    <a:pt x="9842" y="354"/>
                    <a:pt x="9842" y="227"/>
                  </a:cubicBezTo>
                  <a:cubicBezTo>
                    <a:pt x="9842" y="109"/>
                    <a:pt x="9734" y="1"/>
                    <a:pt x="9616" y="1"/>
                  </a:cubicBezTo>
                  <a:close/>
                  <a:moveTo>
                    <a:pt x="10657" y="1"/>
                  </a:moveTo>
                  <a:cubicBezTo>
                    <a:pt x="10530" y="1"/>
                    <a:pt x="10431" y="109"/>
                    <a:pt x="10431" y="227"/>
                  </a:cubicBezTo>
                  <a:cubicBezTo>
                    <a:pt x="10431" y="354"/>
                    <a:pt x="10530" y="453"/>
                    <a:pt x="10657" y="453"/>
                  </a:cubicBezTo>
                  <a:cubicBezTo>
                    <a:pt x="10775" y="453"/>
                    <a:pt x="10884" y="354"/>
                    <a:pt x="10884" y="227"/>
                  </a:cubicBezTo>
                  <a:cubicBezTo>
                    <a:pt x="10884" y="109"/>
                    <a:pt x="10775" y="1"/>
                    <a:pt x="10657" y="1"/>
                  </a:cubicBezTo>
                  <a:close/>
                  <a:moveTo>
                    <a:pt x="11698" y="1"/>
                  </a:moveTo>
                  <a:cubicBezTo>
                    <a:pt x="11572" y="1"/>
                    <a:pt x="11472" y="109"/>
                    <a:pt x="11472" y="227"/>
                  </a:cubicBezTo>
                  <a:cubicBezTo>
                    <a:pt x="11472" y="354"/>
                    <a:pt x="11572" y="453"/>
                    <a:pt x="11698" y="453"/>
                  </a:cubicBezTo>
                  <a:cubicBezTo>
                    <a:pt x="11816" y="453"/>
                    <a:pt x="11925" y="354"/>
                    <a:pt x="11925" y="227"/>
                  </a:cubicBezTo>
                  <a:cubicBezTo>
                    <a:pt x="11925" y="109"/>
                    <a:pt x="11816" y="1"/>
                    <a:pt x="11698" y="1"/>
                  </a:cubicBezTo>
                  <a:close/>
                  <a:moveTo>
                    <a:pt x="12749" y="1"/>
                  </a:moveTo>
                  <a:cubicBezTo>
                    <a:pt x="12622" y="1"/>
                    <a:pt x="12522" y="109"/>
                    <a:pt x="12522" y="227"/>
                  </a:cubicBezTo>
                  <a:cubicBezTo>
                    <a:pt x="12522" y="354"/>
                    <a:pt x="12622" y="453"/>
                    <a:pt x="12749" y="453"/>
                  </a:cubicBezTo>
                  <a:cubicBezTo>
                    <a:pt x="12876" y="453"/>
                    <a:pt x="12975" y="354"/>
                    <a:pt x="12975" y="227"/>
                  </a:cubicBezTo>
                  <a:cubicBezTo>
                    <a:pt x="12975" y="109"/>
                    <a:pt x="12876" y="1"/>
                    <a:pt x="12749" y="1"/>
                  </a:cubicBezTo>
                  <a:close/>
                  <a:moveTo>
                    <a:pt x="13790" y="1"/>
                  </a:moveTo>
                  <a:cubicBezTo>
                    <a:pt x="13663" y="1"/>
                    <a:pt x="13564" y="109"/>
                    <a:pt x="13564" y="227"/>
                  </a:cubicBezTo>
                  <a:cubicBezTo>
                    <a:pt x="13564" y="354"/>
                    <a:pt x="13663" y="453"/>
                    <a:pt x="13790" y="453"/>
                  </a:cubicBezTo>
                  <a:cubicBezTo>
                    <a:pt x="13917" y="453"/>
                    <a:pt x="14016" y="354"/>
                    <a:pt x="14016" y="227"/>
                  </a:cubicBezTo>
                  <a:cubicBezTo>
                    <a:pt x="14016" y="109"/>
                    <a:pt x="13917" y="1"/>
                    <a:pt x="13790" y="1"/>
                  </a:cubicBezTo>
                  <a:close/>
                  <a:moveTo>
                    <a:pt x="14831" y="1"/>
                  </a:moveTo>
                  <a:cubicBezTo>
                    <a:pt x="14705" y="1"/>
                    <a:pt x="14605" y="109"/>
                    <a:pt x="14605" y="227"/>
                  </a:cubicBezTo>
                  <a:cubicBezTo>
                    <a:pt x="14605" y="354"/>
                    <a:pt x="14705" y="453"/>
                    <a:pt x="14831" y="453"/>
                  </a:cubicBezTo>
                  <a:cubicBezTo>
                    <a:pt x="14958" y="453"/>
                    <a:pt x="15058" y="354"/>
                    <a:pt x="15058" y="227"/>
                  </a:cubicBezTo>
                  <a:cubicBezTo>
                    <a:pt x="15058" y="109"/>
                    <a:pt x="14958" y="1"/>
                    <a:pt x="14831" y="1"/>
                  </a:cubicBezTo>
                  <a:close/>
                  <a:moveTo>
                    <a:pt x="15873" y="1"/>
                  </a:moveTo>
                  <a:cubicBezTo>
                    <a:pt x="15746" y="1"/>
                    <a:pt x="15646" y="109"/>
                    <a:pt x="15646" y="227"/>
                  </a:cubicBezTo>
                  <a:cubicBezTo>
                    <a:pt x="15646" y="354"/>
                    <a:pt x="15746" y="453"/>
                    <a:pt x="15873" y="453"/>
                  </a:cubicBezTo>
                  <a:cubicBezTo>
                    <a:pt x="15990" y="453"/>
                    <a:pt x="16099" y="354"/>
                    <a:pt x="16099" y="227"/>
                  </a:cubicBezTo>
                  <a:cubicBezTo>
                    <a:pt x="16099" y="109"/>
                    <a:pt x="15990" y="1"/>
                    <a:pt x="15873" y="1"/>
                  </a:cubicBezTo>
                  <a:close/>
                  <a:moveTo>
                    <a:pt x="16914" y="1"/>
                  </a:moveTo>
                  <a:cubicBezTo>
                    <a:pt x="16787" y="1"/>
                    <a:pt x="16688" y="109"/>
                    <a:pt x="16688" y="227"/>
                  </a:cubicBezTo>
                  <a:cubicBezTo>
                    <a:pt x="16688" y="354"/>
                    <a:pt x="16787" y="453"/>
                    <a:pt x="16914" y="453"/>
                  </a:cubicBezTo>
                  <a:cubicBezTo>
                    <a:pt x="17041" y="453"/>
                    <a:pt x="17140" y="354"/>
                    <a:pt x="17140" y="227"/>
                  </a:cubicBezTo>
                  <a:cubicBezTo>
                    <a:pt x="17140" y="109"/>
                    <a:pt x="17041" y="1"/>
                    <a:pt x="16914" y="1"/>
                  </a:cubicBezTo>
                  <a:close/>
                  <a:moveTo>
                    <a:pt x="17955" y="1"/>
                  </a:moveTo>
                  <a:cubicBezTo>
                    <a:pt x="17828" y="1"/>
                    <a:pt x="17729" y="109"/>
                    <a:pt x="17729" y="227"/>
                  </a:cubicBezTo>
                  <a:cubicBezTo>
                    <a:pt x="17729" y="354"/>
                    <a:pt x="17828" y="453"/>
                    <a:pt x="17955" y="453"/>
                  </a:cubicBezTo>
                  <a:cubicBezTo>
                    <a:pt x="18082" y="453"/>
                    <a:pt x="18181" y="354"/>
                    <a:pt x="18181" y="227"/>
                  </a:cubicBezTo>
                  <a:cubicBezTo>
                    <a:pt x="18181" y="109"/>
                    <a:pt x="18082" y="1"/>
                    <a:pt x="17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 rot="10800000">
              <a:off x="7269286" y="640384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2"/>
            <p:cNvGrpSpPr/>
            <p:nvPr/>
          </p:nvGrpSpPr>
          <p:grpSpPr>
            <a:xfrm>
              <a:off x="1042978" y="164084"/>
              <a:ext cx="438868" cy="750820"/>
              <a:chOff x="1181125" y="4400608"/>
              <a:chExt cx="152825" cy="261455"/>
            </a:xfrm>
          </p:grpSpPr>
          <p:sp>
            <p:nvSpPr>
              <p:cNvPr id="124" name="Google Shape;124;p2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4927" h="5018" extrusionOk="0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99" extrusionOk="0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1223" extrusionOk="0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avLst/>
                <a:gdLst/>
                <a:ahLst/>
                <a:cxnLst/>
                <a:rect l="l" t="t" r="r" b="b"/>
                <a:pathLst>
                  <a:path w="6113" h="5660" extrusionOk="0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99" extrusionOk="0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3" name="Google Shape;133;p2"/>
          <p:cNvSpPr txBox="1">
            <a:spLocks noGrp="1"/>
          </p:cNvSpPr>
          <p:nvPr>
            <p:ph type="ctrTitle"/>
          </p:nvPr>
        </p:nvSpPr>
        <p:spPr>
          <a:xfrm>
            <a:off x="1788750" y="1125150"/>
            <a:ext cx="5566500" cy="24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subTitle" idx="1"/>
          </p:nvPr>
        </p:nvSpPr>
        <p:spPr>
          <a:xfrm>
            <a:off x="1788750" y="3589950"/>
            <a:ext cx="5566500" cy="4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4"/>
          <p:cNvGrpSpPr/>
          <p:nvPr/>
        </p:nvGrpSpPr>
        <p:grpSpPr>
          <a:xfrm>
            <a:off x="-341940" y="35121"/>
            <a:ext cx="9423874" cy="5365262"/>
            <a:chOff x="-341940" y="35121"/>
            <a:chExt cx="9423874" cy="5365262"/>
          </a:xfrm>
        </p:grpSpPr>
        <p:grpSp>
          <p:nvGrpSpPr>
            <p:cNvPr id="193" name="Google Shape;193;p4"/>
            <p:cNvGrpSpPr/>
            <p:nvPr/>
          </p:nvGrpSpPr>
          <p:grpSpPr>
            <a:xfrm rot="2700000">
              <a:off x="97651" y="3944912"/>
              <a:ext cx="469422" cy="470619"/>
              <a:chOff x="109775" y="3205350"/>
              <a:chExt cx="215750" cy="216300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avLst/>
                <a:gdLst/>
                <a:ahLst/>
                <a:cxnLst/>
                <a:rect l="l" t="t" r="r" b="b"/>
                <a:pathLst>
                  <a:path w="5841" h="5654" extrusionOk="0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3318" extrusionOk="0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824" extrusionOk="0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27" extrusionOk="0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80" extrusionOk="0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1649" extrusionOk="0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287" extrusionOk="0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172" extrusionOk="0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81" extrusionOk="0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979" h="959" extrusionOk="0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30" extrusionOk="0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22" extrusionOk="0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1227" extrusionOk="0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16" extrusionOk="0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231" extrusionOk="0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46" extrusionOk="0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2" name="Google Shape;212;p4"/>
            <p:cNvSpPr/>
            <p:nvPr/>
          </p:nvSpPr>
          <p:spPr>
            <a:xfrm rot="-5400000">
              <a:off x="-186904" y="4448953"/>
              <a:ext cx="796394" cy="1106466"/>
            </a:xfrm>
            <a:custGeom>
              <a:avLst/>
              <a:gdLst/>
              <a:ahLst/>
              <a:cxnLst/>
              <a:rect l="l" t="t" r="r" b="b"/>
              <a:pathLst>
                <a:path w="11093" h="15412" extrusionOk="0">
                  <a:moveTo>
                    <a:pt x="10866" y="1"/>
                  </a:moveTo>
                  <a:cubicBezTo>
                    <a:pt x="10740" y="1"/>
                    <a:pt x="10640" y="100"/>
                    <a:pt x="10640" y="227"/>
                  </a:cubicBezTo>
                  <a:cubicBezTo>
                    <a:pt x="10640" y="354"/>
                    <a:pt x="10740" y="453"/>
                    <a:pt x="10866" y="453"/>
                  </a:cubicBezTo>
                  <a:cubicBezTo>
                    <a:pt x="10984" y="453"/>
                    <a:pt x="11093" y="354"/>
                    <a:pt x="11093" y="227"/>
                  </a:cubicBezTo>
                  <a:cubicBezTo>
                    <a:pt x="11093" y="100"/>
                    <a:pt x="10984" y="1"/>
                    <a:pt x="10866" y="1"/>
                  </a:cubicBezTo>
                  <a:close/>
                  <a:moveTo>
                    <a:pt x="10866" y="1024"/>
                  </a:moveTo>
                  <a:cubicBezTo>
                    <a:pt x="10740" y="1024"/>
                    <a:pt x="10640" y="1123"/>
                    <a:pt x="10640" y="1250"/>
                  </a:cubicBezTo>
                  <a:cubicBezTo>
                    <a:pt x="10640" y="1368"/>
                    <a:pt x="10740" y="1476"/>
                    <a:pt x="10866" y="1476"/>
                  </a:cubicBezTo>
                  <a:cubicBezTo>
                    <a:pt x="10984" y="1476"/>
                    <a:pt x="11093" y="1368"/>
                    <a:pt x="11093" y="1250"/>
                  </a:cubicBezTo>
                  <a:cubicBezTo>
                    <a:pt x="11093" y="1123"/>
                    <a:pt x="10984" y="1024"/>
                    <a:pt x="10866" y="1024"/>
                  </a:cubicBezTo>
                  <a:close/>
                  <a:moveTo>
                    <a:pt x="10866" y="2038"/>
                  </a:moveTo>
                  <a:cubicBezTo>
                    <a:pt x="10740" y="2038"/>
                    <a:pt x="10640" y="2137"/>
                    <a:pt x="10640" y="2264"/>
                  </a:cubicBezTo>
                  <a:cubicBezTo>
                    <a:pt x="10640" y="2391"/>
                    <a:pt x="10740" y="2490"/>
                    <a:pt x="10866" y="2490"/>
                  </a:cubicBezTo>
                  <a:cubicBezTo>
                    <a:pt x="10984" y="2490"/>
                    <a:pt x="11093" y="2391"/>
                    <a:pt x="11093" y="2264"/>
                  </a:cubicBezTo>
                  <a:cubicBezTo>
                    <a:pt x="11093" y="2137"/>
                    <a:pt x="10984" y="2038"/>
                    <a:pt x="10866" y="2038"/>
                  </a:cubicBezTo>
                  <a:close/>
                  <a:moveTo>
                    <a:pt x="10866" y="3061"/>
                  </a:moveTo>
                  <a:cubicBezTo>
                    <a:pt x="10740" y="3061"/>
                    <a:pt x="10640" y="3161"/>
                    <a:pt x="10640" y="3287"/>
                  </a:cubicBezTo>
                  <a:cubicBezTo>
                    <a:pt x="10640" y="3405"/>
                    <a:pt x="10740" y="3514"/>
                    <a:pt x="10866" y="3514"/>
                  </a:cubicBezTo>
                  <a:cubicBezTo>
                    <a:pt x="10984" y="3514"/>
                    <a:pt x="11093" y="3405"/>
                    <a:pt x="11093" y="3287"/>
                  </a:cubicBezTo>
                  <a:cubicBezTo>
                    <a:pt x="11093" y="3161"/>
                    <a:pt x="10984" y="3061"/>
                    <a:pt x="10866" y="3061"/>
                  </a:cubicBezTo>
                  <a:close/>
                  <a:moveTo>
                    <a:pt x="10866" y="4075"/>
                  </a:moveTo>
                  <a:cubicBezTo>
                    <a:pt x="10740" y="4075"/>
                    <a:pt x="10640" y="4175"/>
                    <a:pt x="10640" y="4301"/>
                  </a:cubicBezTo>
                  <a:cubicBezTo>
                    <a:pt x="10640" y="4428"/>
                    <a:pt x="10740" y="4528"/>
                    <a:pt x="10866" y="4528"/>
                  </a:cubicBezTo>
                  <a:cubicBezTo>
                    <a:pt x="10984" y="4528"/>
                    <a:pt x="11093" y="4428"/>
                    <a:pt x="11093" y="4301"/>
                  </a:cubicBezTo>
                  <a:cubicBezTo>
                    <a:pt x="11093" y="4175"/>
                    <a:pt x="10984" y="4075"/>
                    <a:pt x="10866" y="4075"/>
                  </a:cubicBezTo>
                  <a:close/>
                  <a:moveTo>
                    <a:pt x="10866" y="5098"/>
                  </a:moveTo>
                  <a:cubicBezTo>
                    <a:pt x="10740" y="5098"/>
                    <a:pt x="10640" y="5198"/>
                    <a:pt x="10640" y="5325"/>
                  </a:cubicBezTo>
                  <a:cubicBezTo>
                    <a:pt x="10640" y="5442"/>
                    <a:pt x="10740" y="5551"/>
                    <a:pt x="10866" y="5551"/>
                  </a:cubicBezTo>
                  <a:cubicBezTo>
                    <a:pt x="10984" y="5551"/>
                    <a:pt x="11093" y="5442"/>
                    <a:pt x="11093" y="5325"/>
                  </a:cubicBezTo>
                  <a:cubicBezTo>
                    <a:pt x="11093" y="5198"/>
                    <a:pt x="10984" y="5098"/>
                    <a:pt x="10866" y="5098"/>
                  </a:cubicBezTo>
                  <a:close/>
                  <a:moveTo>
                    <a:pt x="10866" y="6112"/>
                  </a:moveTo>
                  <a:cubicBezTo>
                    <a:pt x="10740" y="6112"/>
                    <a:pt x="10640" y="6212"/>
                    <a:pt x="10640" y="6339"/>
                  </a:cubicBezTo>
                  <a:cubicBezTo>
                    <a:pt x="10640" y="6465"/>
                    <a:pt x="10740" y="6565"/>
                    <a:pt x="10866" y="6565"/>
                  </a:cubicBezTo>
                  <a:cubicBezTo>
                    <a:pt x="10984" y="6565"/>
                    <a:pt x="11093" y="6465"/>
                    <a:pt x="11093" y="6339"/>
                  </a:cubicBezTo>
                  <a:cubicBezTo>
                    <a:pt x="11093" y="6212"/>
                    <a:pt x="10984" y="6112"/>
                    <a:pt x="10866" y="6112"/>
                  </a:cubicBezTo>
                  <a:close/>
                  <a:moveTo>
                    <a:pt x="10866" y="7135"/>
                  </a:moveTo>
                  <a:cubicBezTo>
                    <a:pt x="10740" y="7135"/>
                    <a:pt x="10640" y="7235"/>
                    <a:pt x="10640" y="7362"/>
                  </a:cubicBezTo>
                  <a:cubicBezTo>
                    <a:pt x="10640" y="7479"/>
                    <a:pt x="10740" y="7588"/>
                    <a:pt x="10866" y="7588"/>
                  </a:cubicBezTo>
                  <a:cubicBezTo>
                    <a:pt x="10984" y="7588"/>
                    <a:pt x="11093" y="7479"/>
                    <a:pt x="11093" y="7362"/>
                  </a:cubicBezTo>
                  <a:cubicBezTo>
                    <a:pt x="11093" y="7235"/>
                    <a:pt x="10984" y="7135"/>
                    <a:pt x="10866" y="7135"/>
                  </a:cubicBezTo>
                  <a:close/>
                  <a:moveTo>
                    <a:pt x="10866" y="8150"/>
                  </a:moveTo>
                  <a:cubicBezTo>
                    <a:pt x="10740" y="8150"/>
                    <a:pt x="10640" y="8249"/>
                    <a:pt x="10640" y="8376"/>
                  </a:cubicBezTo>
                  <a:cubicBezTo>
                    <a:pt x="10640" y="8503"/>
                    <a:pt x="10740" y="8602"/>
                    <a:pt x="10866" y="8602"/>
                  </a:cubicBezTo>
                  <a:cubicBezTo>
                    <a:pt x="10984" y="8602"/>
                    <a:pt x="11093" y="8503"/>
                    <a:pt x="11093" y="8376"/>
                  </a:cubicBezTo>
                  <a:cubicBezTo>
                    <a:pt x="11093" y="8249"/>
                    <a:pt x="10984" y="8150"/>
                    <a:pt x="10866" y="8150"/>
                  </a:cubicBezTo>
                  <a:close/>
                  <a:moveTo>
                    <a:pt x="10866" y="9173"/>
                  </a:moveTo>
                  <a:cubicBezTo>
                    <a:pt x="10740" y="9173"/>
                    <a:pt x="10640" y="9272"/>
                    <a:pt x="10640" y="9399"/>
                  </a:cubicBezTo>
                  <a:cubicBezTo>
                    <a:pt x="10640" y="9517"/>
                    <a:pt x="10740" y="9625"/>
                    <a:pt x="10866" y="9625"/>
                  </a:cubicBezTo>
                  <a:cubicBezTo>
                    <a:pt x="10984" y="9625"/>
                    <a:pt x="11093" y="9517"/>
                    <a:pt x="11093" y="9399"/>
                  </a:cubicBezTo>
                  <a:cubicBezTo>
                    <a:pt x="11093" y="9272"/>
                    <a:pt x="10984" y="9173"/>
                    <a:pt x="10866" y="9173"/>
                  </a:cubicBezTo>
                  <a:close/>
                  <a:moveTo>
                    <a:pt x="10857" y="10187"/>
                  </a:moveTo>
                  <a:cubicBezTo>
                    <a:pt x="10740" y="10187"/>
                    <a:pt x="10631" y="10277"/>
                    <a:pt x="10622" y="10404"/>
                  </a:cubicBezTo>
                  <a:cubicBezTo>
                    <a:pt x="10613" y="10531"/>
                    <a:pt x="10712" y="10630"/>
                    <a:pt x="10839" y="10639"/>
                  </a:cubicBezTo>
                  <a:cubicBezTo>
                    <a:pt x="10975" y="10639"/>
                    <a:pt x="11066" y="10549"/>
                    <a:pt x="11075" y="10422"/>
                  </a:cubicBezTo>
                  <a:cubicBezTo>
                    <a:pt x="11075" y="10304"/>
                    <a:pt x="10984" y="10196"/>
                    <a:pt x="10857" y="10187"/>
                  </a:cubicBezTo>
                  <a:close/>
                  <a:moveTo>
                    <a:pt x="10698" y="11186"/>
                  </a:moveTo>
                  <a:cubicBezTo>
                    <a:pt x="10603" y="11186"/>
                    <a:pt x="10508" y="11247"/>
                    <a:pt x="10477" y="11355"/>
                  </a:cubicBezTo>
                  <a:cubicBezTo>
                    <a:pt x="10441" y="11482"/>
                    <a:pt x="10513" y="11599"/>
                    <a:pt x="10640" y="11635"/>
                  </a:cubicBezTo>
                  <a:cubicBezTo>
                    <a:pt x="10652" y="11635"/>
                    <a:pt x="10668" y="11640"/>
                    <a:pt x="10680" y="11640"/>
                  </a:cubicBezTo>
                  <a:cubicBezTo>
                    <a:pt x="10686" y="11640"/>
                    <a:pt x="10691" y="11639"/>
                    <a:pt x="10694" y="11635"/>
                  </a:cubicBezTo>
                  <a:cubicBezTo>
                    <a:pt x="10794" y="11635"/>
                    <a:pt x="10884" y="11572"/>
                    <a:pt x="10912" y="11463"/>
                  </a:cubicBezTo>
                  <a:cubicBezTo>
                    <a:pt x="10939" y="11355"/>
                    <a:pt x="10875" y="11228"/>
                    <a:pt x="10749" y="11192"/>
                  </a:cubicBezTo>
                  <a:cubicBezTo>
                    <a:pt x="10732" y="11188"/>
                    <a:pt x="10715" y="11186"/>
                    <a:pt x="10698" y="11186"/>
                  </a:cubicBezTo>
                  <a:close/>
                  <a:moveTo>
                    <a:pt x="10341" y="12143"/>
                  </a:moveTo>
                  <a:cubicBezTo>
                    <a:pt x="10260" y="12143"/>
                    <a:pt x="10180" y="12192"/>
                    <a:pt x="10142" y="12269"/>
                  </a:cubicBezTo>
                  <a:cubicBezTo>
                    <a:pt x="10079" y="12387"/>
                    <a:pt x="10124" y="12523"/>
                    <a:pt x="10242" y="12577"/>
                  </a:cubicBezTo>
                  <a:cubicBezTo>
                    <a:pt x="10278" y="12586"/>
                    <a:pt x="10305" y="12595"/>
                    <a:pt x="10341" y="12595"/>
                  </a:cubicBezTo>
                  <a:cubicBezTo>
                    <a:pt x="10423" y="12595"/>
                    <a:pt x="10513" y="12550"/>
                    <a:pt x="10549" y="12468"/>
                  </a:cubicBezTo>
                  <a:cubicBezTo>
                    <a:pt x="10604" y="12360"/>
                    <a:pt x="10558" y="12224"/>
                    <a:pt x="10441" y="12170"/>
                  </a:cubicBezTo>
                  <a:cubicBezTo>
                    <a:pt x="10409" y="12151"/>
                    <a:pt x="10375" y="12143"/>
                    <a:pt x="10341" y="12143"/>
                  </a:cubicBezTo>
                  <a:close/>
                  <a:moveTo>
                    <a:pt x="9786" y="13011"/>
                  </a:moveTo>
                  <a:cubicBezTo>
                    <a:pt x="9723" y="13011"/>
                    <a:pt x="9662" y="13038"/>
                    <a:pt x="9617" y="13093"/>
                  </a:cubicBezTo>
                  <a:cubicBezTo>
                    <a:pt x="9553" y="13202"/>
                    <a:pt x="9563" y="13338"/>
                    <a:pt x="9662" y="13410"/>
                  </a:cubicBezTo>
                  <a:cubicBezTo>
                    <a:pt x="9698" y="13437"/>
                    <a:pt x="9753" y="13455"/>
                    <a:pt x="9798" y="13474"/>
                  </a:cubicBezTo>
                  <a:cubicBezTo>
                    <a:pt x="9870" y="13474"/>
                    <a:pt x="9934" y="13437"/>
                    <a:pt x="9979" y="13383"/>
                  </a:cubicBezTo>
                  <a:cubicBezTo>
                    <a:pt x="10051" y="13274"/>
                    <a:pt x="10033" y="13139"/>
                    <a:pt x="9934" y="13066"/>
                  </a:cubicBezTo>
                  <a:cubicBezTo>
                    <a:pt x="9889" y="13029"/>
                    <a:pt x="9837" y="13011"/>
                    <a:pt x="9786" y="13011"/>
                  </a:cubicBezTo>
                  <a:close/>
                  <a:moveTo>
                    <a:pt x="9098" y="13744"/>
                  </a:moveTo>
                  <a:cubicBezTo>
                    <a:pt x="9044" y="13744"/>
                    <a:pt x="8989" y="13762"/>
                    <a:pt x="8947" y="13799"/>
                  </a:cubicBezTo>
                  <a:cubicBezTo>
                    <a:pt x="8856" y="13881"/>
                    <a:pt x="8847" y="14026"/>
                    <a:pt x="8929" y="14116"/>
                  </a:cubicBezTo>
                  <a:cubicBezTo>
                    <a:pt x="8974" y="14162"/>
                    <a:pt x="9037" y="14198"/>
                    <a:pt x="9101" y="14198"/>
                  </a:cubicBezTo>
                  <a:cubicBezTo>
                    <a:pt x="9155" y="14198"/>
                    <a:pt x="9200" y="14171"/>
                    <a:pt x="9246" y="14135"/>
                  </a:cubicBezTo>
                  <a:cubicBezTo>
                    <a:pt x="9336" y="14053"/>
                    <a:pt x="9345" y="13908"/>
                    <a:pt x="9264" y="13818"/>
                  </a:cubicBezTo>
                  <a:cubicBezTo>
                    <a:pt x="9225" y="13769"/>
                    <a:pt x="9162" y="13744"/>
                    <a:pt x="9098" y="13744"/>
                  </a:cubicBezTo>
                  <a:close/>
                  <a:moveTo>
                    <a:pt x="8265" y="14327"/>
                  </a:moveTo>
                  <a:cubicBezTo>
                    <a:pt x="8229" y="14327"/>
                    <a:pt x="8193" y="14335"/>
                    <a:pt x="8159" y="14352"/>
                  </a:cubicBezTo>
                  <a:cubicBezTo>
                    <a:pt x="8041" y="14406"/>
                    <a:pt x="8014" y="14542"/>
                    <a:pt x="8069" y="14660"/>
                  </a:cubicBezTo>
                  <a:cubicBezTo>
                    <a:pt x="8114" y="14732"/>
                    <a:pt x="8195" y="14768"/>
                    <a:pt x="8259" y="14786"/>
                  </a:cubicBezTo>
                  <a:cubicBezTo>
                    <a:pt x="8304" y="14786"/>
                    <a:pt x="8340" y="14768"/>
                    <a:pt x="8376" y="14750"/>
                  </a:cubicBezTo>
                  <a:cubicBezTo>
                    <a:pt x="8485" y="14696"/>
                    <a:pt x="8521" y="14560"/>
                    <a:pt x="8467" y="14442"/>
                  </a:cubicBezTo>
                  <a:cubicBezTo>
                    <a:pt x="8423" y="14367"/>
                    <a:pt x="8345" y="14327"/>
                    <a:pt x="8265" y="14327"/>
                  </a:cubicBezTo>
                  <a:close/>
                  <a:moveTo>
                    <a:pt x="7323" y="14725"/>
                  </a:moveTo>
                  <a:cubicBezTo>
                    <a:pt x="7303" y="14725"/>
                    <a:pt x="7282" y="14728"/>
                    <a:pt x="7263" y="14732"/>
                  </a:cubicBezTo>
                  <a:cubicBezTo>
                    <a:pt x="7136" y="14768"/>
                    <a:pt x="7082" y="14904"/>
                    <a:pt x="7118" y="15022"/>
                  </a:cubicBezTo>
                  <a:cubicBezTo>
                    <a:pt x="7154" y="15121"/>
                    <a:pt x="7245" y="15176"/>
                    <a:pt x="7335" y="15176"/>
                  </a:cubicBezTo>
                  <a:cubicBezTo>
                    <a:pt x="7353" y="15176"/>
                    <a:pt x="7380" y="15176"/>
                    <a:pt x="7398" y="15167"/>
                  </a:cubicBezTo>
                  <a:cubicBezTo>
                    <a:pt x="7525" y="15131"/>
                    <a:pt x="7580" y="14995"/>
                    <a:pt x="7543" y="14886"/>
                  </a:cubicBezTo>
                  <a:cubicBezTo>
                    <a:pt x="7521" y="14781"/>
                    <a:pt x="7423" y="14725"/>
                    <a:pt x="7323" y="14725"/>
                  </a:cubicBezTo>
                  <a:close/>
                  <a:moveTo>
                    <a:pt x="6329" y="14940"/>
                  </a:moveTo>
                  <a:cubicBezTo>
                    <a:pt x="6324" y="14940"/>
                    <a:pt x="6318" y="14940"/>
                    <a:pt x="6312" y="14940"/>
                  </a:cubicBezTo>
                  <a:cubicBezTo>
                    <a:pt x="6185" y="14949"/>
                    <a:pt x="6095" y="15067"/>
                    <a:pt x="6113" y="15185"/>
                  </a:cubicBezTo>
                  <a:cubicBezTo>
                    <a:pt x="6122" y="15303"/>
                    <a:pt x="6221" y="15393"/>
                    <a:pt x="6339" y="15393"/>
                  </a:cubicBezTo>
                  <a:lnTo>
                    <a:pt x="6357" y="15393"/>
                  </a:lnTo>
                  <a:cubicBezTo>
                    <a:pt x="6484" y="15384"/>
                    <a:pt x="6575" y="15266"/>
                    <a:pt x="6565" y="15140"/>
                  </a:cubicBezTo>
                  <a:cubicBezTo>
                    <a:pt x="6548" y="15027"/>
                    <a:pt x="6449" y="14940"/>
                    <a:pt x="6329" y="14940"/>
                  </a:cubicBezTo>
                  <a:close/>
                  <a:moveTo>
                    <a:pt x="227" y="14958"/>
                  </a:moveTo>
                  <a:cubicBezTo>
                    <a:pt x="101" y="14958"/>
                    <a:pt x="1" y="15067"/>
                    <a:pt x="1" y="15185"/>
                  </a:cubicBezTo>
                  <a:cubicBezTo>
                    <a:pt x="1" y="15312"/>
                    <a:pt x="101" y="15411"/>
                    <a:pt x="227" y="15411"/>
                  </a:cubicBezTo>
                  <a:cubicBezTo>
                    <a:pt x="345" y="15411"/>
                    <a:pt x="454" y="15312"/>
                    <a:pt x="454" y="15185"/>
                  </a:cubicBezTo>
                  <a:cubicBezTo>
                    <a:pt x="454" y="15067"/>
                    <a:pt x="345" y="14958"/>
                    <a:pt x="227" y="14958"/>
                  </a:cubicBezTo>
                  <a:close/>
                  <a:moveTo>
                    <a:pt x="1241" y="14958"/>
                  </a:moveTo>
                  <a:cubicBezTo>
                    <a:pt x="1115" y="14958"/>
                    <a:pt x="1015" y="15067"/>
                    <a:pt x="1015" y="15185"/>
                  </a:cubicBezTo>
                  <a:cubicBezTo>
                    <a:pt x="1015" y="15312"/>
                    <a:pt x="1115" y="15411"/>
                    <a:pt x="1241" y="15411"/>
                  </a:cubicBezTo>
                  <a:cubicBezTo>
                    <a:pt x="1368" y="15411"/>
                    <a:pt x="1468" y="15312"/>
                    <a:pt x="1468" y="15185"/>
                  </a:cubicBezTo>
                  <a:cubicBezTo>
                    <a:pt x="1468" y="15067"/>
                    <a:pt x="1368" y="14958"/>
                    <a:pt x="1241" y="14958"/>
                  </a:cubicBezTo>
                  <a:close/>
                  <a:moveTo>
                    <a:pt x="2265" y="14958"/>
                  </a:moveTo>
                  <a:cubicBezTo>
                    <a:pt x="2138" y="14958"/>
                    <a:pt x="2038" y="15067"/>
                    <a:pt x="2038" y="15185"/>
                  </a:cubicBezTo>
                  <a:cubicBezTo>
                    <a:pt x="2038" y="15312"/>
                    <a:pt x="2138" y="15411"/>
                    <a:pt x="2265" y="15411"/>
                  </a:cubicBezTo>
                  <a:cubicBezTo>
                    <a:pt x="2382" y="15411"/>
                    <a:pt x="2491" y="15312"/>
                    <a:pt x="2491" y="15185"/>
                  </a:cubicBezTo>
                  <a:cubicBezTo>
                    <a:pt x="2491" y="15067"/>
                    <a:pt x="2382" y="14958"/>
                    <a:pt x="2265" y="14958"/>
                  </a:cubicBezTo>
                  <a:close/>
                  <a:moveTo>
                    <a:pt x="3279" y="14958"/>
                  </a:moveTo>
                  <a:cubicBezTo>
                    <a:pt x="3152" y="14958"/>
                    <a:pt x="3052" y="15067"/>
                    <a:pt x="3052" y="15185"/>
                  </a:cubicBezTo>
                  <a:cubicBezTo>
                    <a:pt x="3052" y="15312"/>
                    <a:pt x="3152" y="15411"/>
                    <a:pt x="3279" y="15411"/>
                  </a:cubicBezTo>
                  <a:cubicBezTo>
                    <a:pt x="3405" y="15411"/>
                    <a:pt x="3505" y="15312"/>
                    <a:pt x="3505" y="15185"/>
                  </a:cubicBezTo>
                  <a:cubicBezTo>
                    <a:pt x="3505" y="15067"/>
                    <a:pt x="3405" y="14958"/>
                    <a:pt x="3279" y="14958"/>
                  </a:cubicBezTo>
                  <a:close/>
                  <a:moveTo>
                    <a:pt x="4302" y="14958"/>
                  </a:moveTo>
                  <a:cubicBezTo>
                    <a:pt x="4175" y="14958"/>
                    <a:pt x="4075" y="15067"/>
                    <a:pt x="4075" y="15185"/>
                  </a:cubicBezTo>
                  <a:cubicBezTo>
                    <a:pt x="4075" y="15312"/>
                    <a:pt x="4175" y="15411"/>
                    <a:pt x="4302" y="15411"/>
                  </a:cubicBezTo>
                  <a:cubicBezTo>
                    <a:pt x="4420" y="15411"/>
                    <a:pt x="4528" y="15312"/>
                    <a:pt x="4528" y="15185"/>
                  </a:cubicBezTo>
                  <a:cubicBezTo>
                    <a:pt x="4528" y="15067"/>
                    <a:pt x="4420" y="14958"/>
                    <a:pt x="4302" y="14958"/>
                  </a:cubicBezTo>
                  <a:close/>
                  <a:moveTo>
                    <a:pt x="5316" y="14958"/>
                  </a:moveTo>
                  <a:cubicBezTo>
                    <a:pt x="5189" y="14958"/>
                    <a:pt x="5090" y="15067"/>
                    <a:pt x="5090" y="15185"/>
                  </a:cubicBezTo>
                  <a:cubicBezTo>
                    <a:pt x="5090" y="15312"/>
                    <a:pt x="5189" y="15411"/>
                    <a:pt x="5316" y="15411"/>
                  </a:cubicBezTo>
                  <a:cubicBezTo>
                    <a:pt x="5443" y="15411"/>
                    <a:pt x="5542" y="15312"/>
                    <a:pt x="5542" y="15185"/>
                  </a:cubicBezTo>
                  <a:cubicBezTo>
                    <a:pt x="5542" y="15067"/>
                    <a:pt x="5443" y="14958"/>
                    <a:pt x="5316" y="14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" name="Google Shape;213;p4"/>
            <p:cNvGrpSpPr/>
            <p:nvPr/>
          </p:nvGrpSpPr>
          <p:grpSpPr>
            <a:xfrm rot="10800000">
              <a:off x="8568330" y="357639"/>
              <a:ext cx="513604" cy="447124"/>
              <a:chOff x="1742100" y="2304325"/>
              <a:chExt cx="178850" cy="155700"/>
            </a:xfrm>
          </p:grpSpPr>
          <p:sp>
            <p:nvSpPr>
              <p:cNvPr id="214" name="Google Shape;214;p4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8" name="Google Shape;218;p4"/>
            <p:cNvSpPr/>
            <p:nvPr/>
          </p:nvSpPr>
          <p:spPr>
            <a:xfrm>
              <a:off x="932425" y="4960488"/>
              <a:ext cx="83400" cy="8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 rot="6165895">
              <a:off x="116888" y="4807193"/>
              <a:ext cx="250984" cy="261251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 rot="3873450">
              <a:off x="8368407" y="141842"/>
              <a:ext cx="171585" cy="171154"/>
            </a:xfrm>
            <a:custGeom>
              <a:avLst/>
              <a:gdLst/>
              <a:ahLst/>
              <a:cxnLst/>
              <a:rect l="l" t="t" r="r" b="b"/>
              <a:pathLst>
                <a:path w="2390" h="2384" extrusionOk="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8758474" y="148625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8150625" y="31090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" name="Google Shape;223;p4"/>
            <p:cNvGrpSpPr/>
            <p:nvPr/>
          </p:nvGrpSpPr>
          <p:grpSpPr>
            <a:xfrm>
              <a:off x="7601132" y="35121"/>
              <a:ext cx="415559" cy="384604"/>
              <a:chOff x="5642750" y="3177675"/>
              <a:chExt cx="279800" cy="258975"/>
            </a:xfrm>
          </p:grpSpPr>
          <p:sp>
            <p:nvSpPr>
              <p:cNvPr id="224" name="Google Shape;224;p4"/>
              <p:cNvSpPr/>
              <p:nvPr/>
            </p:nvSpPr>
            <p:spPr>
              <a:xfrm>
                <a:off x="5646700" y="3220675"/>
                <a:ext cx="271200" cy="211675"/>
              </a:xfrm>
              <a:custGeom>
                <a:avLst/>
                <a:gdLst/>
                <a:ahLst/>
                <a:cxnLst/>
                <a:rect l="l" t="t" r="r" b="b"/>
                <a:pathLst>
                  <a:path w="10848" h="8467" extrusionOk="0">
                    <a:moveTo>
                      <a:pt x="671" y="1"/>
                    </a:moveTo>
                    <a:cubicBezTo>
                      <a:pt x="300" y="1"/>
                      <a:pt x="1" y="309"/>
                      <a:pt x="1" y="671"/>
                    </a:cubicBezTo>
                    <a:lnTo>
                      <a:pt x="1" y="7797"/>
                    </a:lnTo>
                    <a:cubicBezTo>
                      <a:pt x="1" y="8177"/>
                      <a:pt x="309" y="8467"/>
                      <a:pt x="671" y="8467"/>
                    </a:cubicBezTo>
                    <a:lnTo>
                      <a:pt x="10178" y="8467"/>
                    </a:lnTo>
                    <a:cubicBezTo>
                      <a:pt x="10549" y="8467"/>
                      <a:pt x="10848" y="8177"/>
                      <a:pt x="10848" y="7797"/>
                    </a:cubicBezTo>
                    <a:lnTo>
                      <a:pt x="10848" y="671"/>
                    </a:lnTo>
                    <a:cubicBezTo>
                      <a:pt x="10848" y="300"/>
                      <a:pt x="10540" y="1"/>
                      <a:pt x="101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5642750" y="3216375"/>
                <a:ext cx="279575" cy="2202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8811" extrusionOk="0">
                    <a:moveTo>
                      <a:pt x="10340" y="345"/>
                    </a:moveTo>
                    <a:cubicBezTo>
                      <a:pt x="10612" y="345"/>
                      <a:pt x="10838" y="571"/>
                      <a:pt x="10838" y="843"/>
                    </a:cubicBezTo>
                    <a:lnTo>
                      <a:pt x="10838" y="7969"/>
                    </a:lnTo>
                    <a:cubicBezTo>
                      <a:pt x="10838" y="8240"/>
                      <a:pt x="10612" y="8467"/>
                      <a:pt x="10340" y="8467"/>
                    </a:cubicBezTo>
                    <a:lnTo>
                      <a:pt x="833" y="8467"/>
                    </a:lnTo>
                    <a:cubicBezTo>
                      <a:pt x="561" y="8467"/>
                      <a:pt x="335" y="8240"/>
                      <a:pt x="335" y="7969"/>
                    </a:cubicBezTo>
                    <a:lnTo>
                      <a:pt x="335" y="843"/>
                    </a:lnTo>
                    <a:cubicBezTo>
                      <a:pt x="335" y="571"/>
                      <a:pt x="561" y="345"/>
                      <a:pt x="833" y="345"/>
                    </a:cubicBezTo>
                    <a:close/>
                    <a:moveTo>
                      <a:pt x="833" y="1"/>
                    </a:moveTo>
                    <a:cubicBezTo>
                      <a:pt x="371" y="1"/>
                      <a:pt x="0" y="381"/>
                      <a:pt x="0" y="843"/>
                    </a:cubicBezTo>
                    <a:lnTo>
                      <a:pt x="0" y="7969"/>
                    </a:lnTo>
                    <a:cubicBezTo>
                      <a:pt x="0" y="8440"/>
                      <a:pt x="371" y="8811"/>
                      <a:pt x="833" y="8811"/>
                    </a:cubicBezTo>
                    <a:lnTo>
                      <a:pt x="10340" y="8811"/>
                    </a:lnTo>
                    <a:cubicBezTo>
                      <a:pt x="10802" y="8811"/>
                      <a:pt x="11182" y="8440"/>
                      <a:pt x="11182" y="7969"/>
                    </a:cubicBezTo>
                    <a:lnTo>
                      <a:pt x="11182" y="843"/>
                    </a:lnTo>
                    <a:cubicBezTo>
                      <a:pt x="11182" y="381"/>
                      <a:pt x="10802" y="1"/>
                      <a:pt x="10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5642750" y="3216150"/>
                <a:ext cx="279800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1192" h="4583" extrusionOk="0">
                    <a:moveTo>
                      <a:pt x="10150" y="354"/>
                    </a:moveTo>
                    <a:cubicBezTo>
                      <a:pt x="10530" y="354"/>
                      <a:pt x="10838" y="671"/>
                      <a:pt x="10838" y="1042"/>
                    </a:cubicBezTo>
                    <a:lnTo>
                      <a:pt x="10838" y="2762"/>
                    </a:lnTo>
                    <a:lnTo>
                      <a:pt x="5587" y="4238"/>
                    </a:lnTo>
                    <a:lnTo>
                      <a:pt x="335" y="2708"/>
                    </a:lnTo>
                    <a:lnTo>
                      <a:pt x="326" y="1042"/>
                    </a:lnTo>
                    <a:cubicBezTo>
                      <a:pt x="326" y="662"/>
                      <a:pt x="643" y="354"/>
                      <a:pt x="1014" y="354"/>
                    </a:cubicBezTo>
                    <a:close/>
                    <a:moveTo>
                      <a:pt x="1023" y="1"/>
                    </a:moveTo>
                    <a:cubicBezTo>
                      <a:pt x="462" y="1"/>
                      <a:pt x="0" y="463"/>
                      <a:pt x="0" y="1033"/>
                    </a:cubicBezTo>
                    <a:lnTo>
                      <a:pt x="0" y="2952"/>
                    </a:lnTo>
                    <a:lnTo>
                      <a:pt x="5587" y="4582"/>
                    </a:lnTo>
                    <a:lnTo>
                      <a:pt x="11191" y="3016"/>
                    </a:lnTo>
                    <a:lnTo>
                      <a:pt x="11191" y="1033"/>
                    </a:lnTo>
                    <a:cubicBezTo>
                      <a:pt x="11191" y="463"/>
                      <a:pt x="10721" y="1"/>
                      <a:pt x="101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5732375" y="3177675"/>
                <a:ext cx="86950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1549" extrusionOk="0">
                    <a:moveTo>
                      <a:pt x="969" y="0"/>
                    </a:moveTo>
                    <a:cubicBezTo>
                      <a:pt x="444" y="0"/>
                      <a:pt x="1" y="444"/>
                      <a:pt x="1" y="978"/>
                    </a:cubicBezTo>
                    <a:lnTo>
                      <a:pt x="1" y="1549"/>
                    </a:lnTo>
                    <a:lnTo>
                      <a:pt x="336" y="1549"/>
                    </a:lnTo>
                    <a:lnTo>
                      <a:pt x="336" y="978"/>
                    </a:lnTo>
                    <a:cubicBezTo>
                      <a:pt x="336" y="625"/>
                      <a:pt x="625" y="345"/>
                      <a:pt x="969" y="345"/>
                    </a:cubicBezTo>
                    <a:lnTo>
                      <a:pt x="2500" y="345"/>
                    </a:lnTo>
                    <a:cubicBezTo>
                      <a:pt x="2853" y="345"/>
                      <a:pt x="3134" y="625"/>
                      <a:pt x="3134" y="978"/>
                    </a:cubicBezTo>
                    <a:lnTo>
                      <a:pt x="3134" y="1549"/>
                    </a:lnTo>
                    <a:lnTo>
                      <a:pt x="3478" y="1549"/>
                    </a:lnTo>
                    <a:lnTo>
                      <a:pt x="3478" y="978"/>
                    </a:lnTo>
                    <a:cubicBezTo>
                      <a:pt x="3478" y="444"/>
                      <a:pt x="3034" y="0"/>
                      <a:pt x="25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5753425" y="3359900"/>
                <a:ext cx="57750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1205" extrusionOk="0">
                    <a:moveTo>
                      <a:pt x="1" y="0"/>
                    </a:moveTo>
                    <a:lnTo>
                      <a:pt x="1" y="1205"/>
                    </a:lnTo>
                    <a:lnTo>
                      <a:pt x="2310" y="1205"/>
                    </a:lnTo>
                    <a:lnTo>
                      <a:pt x="2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9" name="Google Shape;22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"/>
          <p:cNvSpPr txBox="1">
            <a:spLocks noGrp="1"/>
          </p:cNvSpPr>
          <p:nvPr>
            <p:ph type="body" idx="1"/>
          </p:nvPr>
        </p:nvSpPr>
        <p:spPr>
          <a:xfrm>
            <a:off x="720000" y="1180808"/>
            <a:ext cx="7704000" cy="3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7"/>
          <p:cNvGrpSpPr/>
          <p:nvPr/>
        </p:nvGrpSpPr>
        <p:grpSpPr>
          <a:xfrm>
            <a:off x="-21819" y="85452"/>
            <a:ext cx="9090093" cy="5475527"/>
            <a:chOff x="-21819" y="85452"/>
            <a:chExt cx="9090093" cy="5475527"/>
          </a:xfrm>
        </p:grpSpPr>
        <p:sp>
          <p:nvSpPr>
            <p:cNvPr id="336" name="Google Shape;336;p7"/>
            <p:cNvSpPr/>
            <p:nvPr/>
          </p:nvSpPr>
          <p:spPr>
            <a:xfrm>
              <a:off x="8044286" y="3971537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7" name="Google Shape;337;p7"/>
            <p:cNvGrpSpPr/>
            <p:nvPr/>
          </p:nvGrpSpPr>
          <p:grpSpPr>
            <a:xfrm>
              <a:off x="8574732" y="4629480"/>
              <a:ext cx="438866" cy="406202"/>
              <a:chOff x="5642750" y="3177675"/>
              <a:chExt cx="279800" cy="258975"/>
            </a:xfrm>
          </p:grpSpPr>
          <p:sp>
            <p:nvSpPr>
              <p:cNvPr id="338" name="Google Shape;338;p7"/>
              <p:cNvSpPr/>
              <p:nvPr/>
            </p:nvSpPr>
            <p:spPr>
              <a:xfrm>
                <a:off x="5646700" y="3220675"/>
                <a:ext cx="271200" cy="211675"/>
              </a:xfrm>
              <a:custGeom>
                <a:avLst/>
                <a:gdLst/>
                <a:ahLst/>
                <a:cxnLst/>
                <a:rect l="l" t="t" r="r" b="b"/>
                <a:pathLst>
                  <a:path w="10848" h="8467" extrusionOk="0">
                    <a:moveTo>
                      <a:pt x="671" y="1"/>
                    </a:moveTo>
                    <a:cubicBezTo>
                      <a:pt x="300" y="1"/>
                      <a:pt x="1" y="309"/>
                      <a:pt x="1" y="671"/>
                    </a:cubicBezTo>
                    <a:lnTo>
                      <a:pt x="1" y="7797"/>
                    </a:lnTo>
                    <a:cubicBezTo>
                      <a:pt x="1" y="8177"/>
                      <a:pt x="309" y="8467"/>
                      <a:pt x="671" y="8467"/>
                    </a:cubicBezTo>
                    <a:lnTo>
                      <a:pt x="10178" y="8467"/>
                    </a:lnTo>
                    <a:cubicBezTo>
                      <a:pt x="10549" y="8467"/>
                      <a:pt x="10848" y="8177"/>
                      <a:pt x="10848" y="7797"/>
                    </a:cubicBezTo>
                    <a:lnTo>
                      <a:pt x="10848" y="671"/>
                    </a:lnTo>
                    <a:cubicBezTo>
                      <a:pt x="10848" y="300"/>
                      <a:pt x="10540" y="1"/>
                      <a:pt x="101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5642750" y="3216375"/>
                <a:ext cx="279575" cy="2202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8811" extrusionOk="0">
                    <a:moveTo>
                      <a:pt x="10340" y="345"/>
                    </a:moveTo>
                    <a:cubicBezTo>
                      <a:pt x="10612" y="345"/>
                      <a:pt x="10838" y="571"/>
                      <a:pt x="10838" y="843"/>
                    </a:cubicBezTo>
                    <a:lnTo>
                      <a:pt x="10838" y="7969"/>
                    </a:lnTo>
                    <a:cubicBezTo>
                      <a:pt x="10838" y="8240"/>
                      <a:pt x="10612" y="8467"/>
                      <a:pt x="10340" y="8467"/>
                    </a:cubicBezTo>
                    <a:lnTo>
                      <a:pt x="833" y="8467"/>
                    </a:lnTo>
                    <a:cubicBezTo>
                      <a:pt x="561" y="8467"/>
                      <a:pt x="335" y="8240"/>
                      <a:pt x="335" y="7969"/>
                    </a:cubicBezTo>
                    <a:lnTo>
                      <a:pt x="335" y="843"/>
                    </a:lnTo>
                    <a:cubicBezTo>
                      <a:pt x="335" y="571"/>
                      <a:pt x="561" y="345"/>
                      <a:pt x="833" y="345"/>
                    </a:cubicBezTo>
                    <a:close/>
                    <a:moveTo>
                      <a:pt x="833" y="1"/>
                    </a:moveTo>
                    <a:cubicBezTo>
                      <a:pt x="371" y="1"/>
                      <a:pt x="0" y="381"/>
                      <a:pt x="0" y="843"/>
                    </a:cubicBezTo>
                    <a:lnTo>
                      <a:pt x="0" y="7969"/>
                    </a:lnTo>
                    <a:cubicBezTo>
                      <a:pt x="0" y="8440"/>
                      <a:pt x="371" y="8811"/>
                      <a:pt x="833" y="8811"/>
                    </a:cubicBezTo>
                    <a:lnTo>
                      <a:pt x="10340" y="8811"/>
                    </a:lnTo>
                    <a:cubicBezTo>
                      <a:pt x="10802" y="8811"/>
                      <a:pt x="11182" y="8440"/>
                      <a:pt x="11182" y="7969"/>
                    </a:cubicBezTo>
                    <a:lnTo>
                      <a:pt x="11182" y="843"/>
                    </a:lnTo>
                    <a:cubicBezTo>
                      <a:pt x="11182" y="381"/>
                      <a:pt x="10802" y="1"/>
                      <a:pt x="10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5642750" y="3216150"/>
                <a:ext cx="279800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1192" h="4583" extrusionOk="0">
                    <a:moveTo>
                      <a:pt x="10150" y="354"/>
                    </a:moveTo>
                    <a:cubicBezTo>
                      <a:pt x="10530" y="354"/>
                      <a:pt x="10838" y="671"/>
                      <a:pt x="10838" y="1042"/>
                    </a:cubicBezTo>
                    <a:lnTo>
                      <a:pt x="10838" y="2762"/>
                    </a:lnTo>
                    <a:lnTo>
                      <a:pt x="5587" y="4238"/>
                    </a:lnTo>
                    <a:lnTo>
                      <a:pt x="335" y="2708"/>
                    </a:lnTo>
                    <a:lnTo>
                      <a:pt x="326" y="1042"/>
                    </a:lnTo>
                    <a:cubicBezTo>
                      <a:pt x="326" y="662"/>
                      <a:pt x="643" y="354"/>
                      <a:pt x="1014" y="354"/>
                    </a:cubicBezTo>
                    <a:close/>
                    <a:moveTo>
                      <a:pt x="1023" y="1"/>
                    </a:moveTo>
                    <a:cubicBezTo>
                      <a:pt x="462" y="1"/>
                      <a:pt x="0" y="463"/>
                      <a:pt x="0" y="1033"/>
                    </a:cubicBezTo>
                    <a:lnTo>
                      <a:pt x="0" y="2952"/>
                    </a:lnTo>
                    <a:lnTo>
                      <a:pt x="5587" y="4582"/>
                    </a:lnTo>
                    <a:lnTo>
                      <a:pt x="11191" y="3016"/>
                    </a:lnTo>
                    <a:lnTo>
                      <a:pt x="11191" y="1033"/>
                    </a:lnTo>
                    <a:cubicBezTo>
                      <a:pt x="11191" y="463"/>
                      <a:pt x="10721" y="1"/>
                      <a:pt x="101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5732375" y="3177675"/>
                <a:ext cx="86950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1549" extrusionOk="0">
                    <a:moveTo>
                      <a:pt x="969" y="0"/>
                    </a:moveTo>
                    <a:cubicBezTo>
                      <a:pt x="444" y="0"/>
                      <a:pt x="1" y="444"/>
                      <a:pt x="1" y="978"/>
                    </a:cubicBezTo>
                    <a:lnTo>
                      <a:pt x="1" y="1549"/>
                    </a:lnTo>
                    <a:lnTo>
                      <a:pt x="336" y="1549"/>
                    </a:lnTo>
                    <a:lnTo>
                      <a:pt x="336" y="978"/>
                    </a:lnTo>
                    <a:cubicBezTo>
                      <a:pt x="336" y="625"/>
                      <a:pt x="625" y="345"/>
                      <a:pt x="969" y="345"/>
                    </a:cubicBezTo>
                    <a:lnTo>
                      <a:pt x="2500" y="345"/>
                    </a:lnTo>
                    <a:cubicBezTo>
                      <a:pt x="2853" y="345"/>
                      <a:pt x="3134" y="625"/>
                      <a:pt x="3134" y="978"/>
                    </a:cubicBezTo>
                    <a:lnTo>
                      <a:pt x="3134" y="1549"/>
                    </a:lnTo>
                    <a:lnTo>
                      <a:pt x="3478" y="1549"/>
                    </a:lnTo>
                    <a:lnTo>
                      <a:pt x="3478" y="978"/>
                    </a:lnTo>
                    <a:cubicBezTo>
                      <a:pt x="3478" y="444"/>
                      <a:pt x="3034" y="0"/>
                      <a:pt x="25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5753425" y="3359900"/>
                <a:ext cx="57750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1205" extrusionOk="0">
                    <a:moveTo>
                      <a:pt x="1" y="0"/>
                    </a:moveTo>
                    <a:lnTo>
                      <a:pt x="1" y="1205"/>
                    </a:lnTo>
                    <a:lnTo>
                      <a:pt x="2310" y="1205"/>
                    </a:lnTo>
                    <a:lnTo>
                      <a:pt x="2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3" name="Google Shape;343;p7"/>
            <p:cNvGrpSpPr/>
            <p:nvPr/>
          </p:nvGrpSpPr>
          <p:grpSpPr>
            <a:xfrm>
              <a:off x="8625126" y="550204"/>
              <a:ext cx="338071" cy="446621"/>
              <a:chOff x="6289250" y="3856225"/>
              <a:chExt cx="117725" cy="155525"/>
            </a:xfrm>
          </p:grpSpPr>
          <p:sp>
            <p:nvSpPr>
              <p:cNvPr id="344" name="Google Shape;344;p7"/>
              <p:cNvSpPr/>
              <p:nvPr/>
            </p:nvSpPr>
            <p:spPr>
              <a:xfrm>
                <a:off x="6289250" y="3856225"/>
                <a:ext cx="117725" cy="117725"/>
              </a:xfrm>
              <a:custGeom>
                <a:avLst/>
                <a:gdLst/>
                <a:ahLst/>
                <a:cxnLst/>
                <a:rect l="l" t="t" r="r" b="b"/>
                <a:pathLst>
                  <a:path w="4709" h="4709" extrusionOk="0">
                    <a:moveTo>
                      <a:pt x="2355" y="353"/>
                    </a:moveTo>
                    <a:cubicBezTo>
                      <a:pt x="3468" y="353"/>
                      <a:pt x="4356" y="1241"/>
                      <a:pt x="4374" y="2364"/>
                    </a:cubicBezTo>
                    <a:cubicBezTo>
                      <a:pt x="4374" y="3477"/>
                      <a:pt x="3468" y="4383"/>
                      <a:pt x="2355" y="4383"/>
                    </a:cubicBezTo>
                    <a:cubicBezTo>
                      <a:pt x="1250" y="4383"/>
                      <a:pt x="344" y="3477"/>
                      <a:pt x="344" y="2364"/>
                    </a:cubicBezTo>
                    <a:cubicBezTo>
                      <a:pt x="344" y="1259"/>
                      <a:pt x="1250" y="353"/>
                      <a:pt x="2355" y="353"/>
                    </a:cubicBezTo>
                    <a:close/>
                    <a:moveTo>
                      <a:pt x="2355" y="0"/>
                    </a:moveTo>
                    <a:cubicBezTo>
                      <a:pt x="1051" y="0"/>
                      <a:pt x="0" y="1051"/>
                      <a:pt x="0" y="2354"/>
                    </a:cubicBezTo>
                    <a:cubicBezTo>
                      <a:pt x="0" y="3658"/>
                      <a:pt x="1051" y="4709"/>
                      <a:pt x="2355" y="4709"/>
                    </a:cubicBezTo>
                    <a:cubicBezTo>
                      <a:pt x="3649" y="4709"/>
                      <a:pt x="4700" y="3658"/>
                      <a:pt x="4709" y="2354"/>
                    </a:cubicBezTo>
                    <a:cubicBezTo>
                      <a:pt x="4709" y="1051"/>
                      <a:pt x="3658" y="0"/>
                      <a:pt x="2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6316625" y="3915075"/>
                <a:ext cx="62975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2183" extrusionOk="0">
                    <a:moveTo>
                      <a:pt x="1260" y="0"/>
                    </a:moveTo>
                    <a:cubicBezTo>
                      <a:pt x="1094" y="566"/>
                      <a:pt x="637" y="670"/>
                      <a:pt x="322" y="670"/>
                    </a:cubicBezTo>
                    <a:cubicBezTo>
                      <a:pt x="137" y="670"/>
                      <a:pt x="1" y="634"/>
                      <a:pt x="1" y="634"/>
                    </a:cubicBezTo>
                    <a:lnTo>
                      <a:pt x="1" y="634"/>
                    </a:lnTo>
                    <a:lnTo>
                      <a:pt x="897" y="2155"/>
                    </a:lnTo>
                    <a:lnTo>
                      <a:pt x="1260" y="2183"/>
                    </a:lnTo>
                    <a:lnTo>
                      <a:pt x="1622" y="2155"/>
                    </a:lnTo>
                    <a:lnTo>
                      <a:pt x="2518" y="634"/>
                    </a:lnTo>
                    <a:lnTo>
                      <a:pt x="2518" y="634"/>
                    </a:lnTo>
                    <a:cubicBezTo>
                      <a:pt x="2515" y="634"/>
                      <a:pt x="2378" y="670"/>
                      <a:pt x="2194" y="670"/>
                    </a:cubicBezTo>
                    <a:cubicBezTo>
                      <a:pt x="1879" y="670"/>
                      <a:pt x="1425" y="566"/>
                      <a:pt x="1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6324325" y="3954225"/>
                <a:ext cx="47125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301" extrusionOk="0">
                    <a:moveTo>
                      <a:pt x="1" y="1"/>
                    </a:moveTo>
                    <a:lnTo>
                      <a:pt x="1" y="1540"/>
                    </a:lnTo>
                    <a:cubicBezTo>
                      <a:pt x="1" y="1966"/>
                      <a:pt x="354" y="2301"/>
                      <a:pt x="770" y="2301"/>
                    </a:cubicBezTo>
                    <a:lnTo>
                      <a:pt x="1124" y="2301"/>
                    </a:lnTo>
                    <a:cubicBezTo>
                      <a:pt x="1540" y="2301"/>
                      <a:pt x="1884" y="1966"/>
                      <a:pt x="1884" y="1540"/>
                    </a:cubicBezTo>
                    <a:lnTo>
                      <a:pt x="18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7"/>
            <p:cNvSpPr/>
            <p:nvPr/>
          </p:nvSpPr>
          <p:spPr>
            <a:xfrm>
              <a:off x="8034123" y="4722379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" name="Google Shape;348;p7"/>
            <p:cNvGrpSpPr/>
            <p:nvPr/>
          </p:nvGrpSpPr>
          <p:grpSpPr>
            <a:xfrm>
              <a:off x="8543533" y="92884"/>
              <a:ext cx="134611" cy="132026"/>
              <a:chOff x="3025300" y="2552125"/>
              <a:chExt cx="46875" cy="45975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1" name="Google Shape;351;p7"/>
            <p:cNvSpPr/>
            <p:nvPr/>
          </p:nvSpPr>
          <p:spPr>
            <a:xfrm>
              <a:off x="8817287" y="92869"/>
              <a:ext cx="250987" cy="261253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2" name="Google Shape;352;p7"/>
            <p:cNvGrpSpPr/>
            <p:nvPr/>
          </p:nvGrpSpPr>
          <p:grpSpPr>
            <a:xfrm>
              <a:off x="8543534" y="1192908"/>
              <a:ext cx="501255" cy="279632"/>
              <a:chOff x="-4005891" y="3135183"/>
              <a:chExt cx="501255" cy="279632"/>
            </a:xfrm>
          </p:grpSpPr>
          <p:sp>
            <p:nvSpPr>
              <p:cNvPr id="353" name="Google Shape;353;p7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avLst/>
                <a:gdLst/>
                <a:ahLst/>
                <a:cxnLst/>
                <a:rect l="l" t="t" r="r" b="b"/>
                <a:pathLst>
                  <a:path w="1975" h="2427" extrusionOk="0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7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avLst/>
                <a:gdLst/>
                <a:ahLst/>
                <a:cxnLst/>
                <a:rect l="l" t="t" r="r" b="b"/>
                <a:pathLst>
                  <a:path w="6982" h="3895" extrusionOk="0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" name="Google Shape;355;p7"/>
            <p:cNvGrpSpPr/>
            <p:nvPr/>
          </p:nvGrpSpPr>
          <p:grpSpPr>
            <a:xfrm>
              <a:off x="8574728" y="3110959"/>
              <a:ext cx="438868" cy="750820"/>
              <a:chOff x="1181125" y="4400608"/>
              <a:chExt cx="152825" cy="261455"/>
            </a:xfrm>
          </p:grpSpPr>
          <p:sp>
            <p:nvSpPr>
              <p:cNvPr id="356" name="Google Shape;356;p7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4927" h="5018" extrusionOk="0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7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99" extrusionOk="0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7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1223" extrusionOk="0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7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7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avLst/>
                <a:gdLst/>
                <a:ahLst/>
                <a:cxnLst/>
                <a:rect l="l" t="t" r="r" b="b"/>
                <a:pathLst>
                  <a:path w="6113" h="5660" extrusionOk="0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99" extrusionOk="0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5" name="Google Shape;365;p7"/>
            <p:cNvGrpSpPr/>
            <p:nvPr/>
          </p:nvGrpSpPr>
          <p:grpSpPr>
            <a:xfrm rot="5400000">
              <a:off x="-446991" y="4816276"/>
              <a:ext cx="1456813" cy="32594"/>
              <a:chOff x="4101875" y="2224575"/>
              <a:chExt cx="507300" cy="11350"/>
            </a:xfrm>
          </p:grpSpPr>
          <p:sp>
            <p:nvSpPr>
              <p:cNvPr id="366" name="Google Shape;366;p7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7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7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9" name="Google Shape;369;p7"/>
            <p:cNvSpPr/>
            <p:nvPr/>
          </p:nvSpPr>
          <p:spPr>
            <a:xfrm>
              <a:off x="601698" y="4722367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7"/>
            <p:cNvGrpSpPr/>
            <p:nvPr/>
          </p:nvGrpSpPr>
          <p:grpSpPr>
            <a:xfrm>
              <a:off x="371030" y="4108823"/>
              <a:ext cx="134611" cy="132026"/>
              <a:chOff x="3025300" y="2552125"/>
              <a:chExt cx="46875" cy="45975"/>
            </a:xfrm>
          </p:grpSpPr>
          <p:sp>
            <p:nvSpPr>
              <p:cNvPr id="371" name="Google Shape;371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3" name="Google Shape;373;p7"/>
            <p:cNvSpPr/>
            <p:nvPr/>
          </p:nvSpPr>
          <p:spPr>
            <a:xfrm>
              <a:off x="396638" y="456230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4" name="Google Shape;374;p7"/>
            <p:cNvGrpSpPr/>
            <p:nvPr/>
          </p:nvGrpSpPr>
          <p:grpSpPr>
            <a:xfrm rot="2700000">
              <a:off x="67269" y="3380884"/>
              <a:ext cx="428292" cy="429384"/>
              <a:chOff x="109775" y="3205350"/>
              <a:chExt cx="215750" cy="216300"/>
            </a:xfrm>
          </p:grpSpPr>
          <p:sp>
            <p:nvSpPr>
              <p:cNvPr id="375" name="Google Shape;375;p7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avLst/>
                <a:gdLst/>
                <a:ahLst/>
                <a:cxnLst/>
                <a:rect l="l" t="t" r="r" b="b"/>
                <a:pathLst>
                  <a:path w="5841" h="5654" extrusionOk="0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7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3318" extrusionOk="0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7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824" extrusionOk="0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27" extrusionOk="0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7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80" extrusionOk="0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7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1649" extrusionOk="0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7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287" extrusionOk="0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7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172" extrusionOk="0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7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81" extrusionOk="0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7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979" h="959" extrusionOk="0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7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30" extrusionOk="0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7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22" extrusionOk="0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7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7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1227" extrusionOk="0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7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16" extrusionOk="0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7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231" extrusionOk="0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7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46" extrusionOk="0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7"/>
            <p:cNvGrpSpPr/>
            <p:nvPr/>
          </p:nvGrpSpPr>
          <p:grpSpPr>
            <a:xfrm>
              <a:off x="8044287" y="85452"/>
              <a:ext cx="385458" cy="335580"/>
              <a:chOff x="1742100" y="2304325"/>
              <a:chExt cx="178850" cy="155700"/>
            </a:xfrm>
          </p:grpSpPr>
          <p:sp>
            <p:nvSpPr>
              <p:cNvPr id="394" name="Google Shape;394;p7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7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7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8" name="Google Shape;398;p7"/>
            <p:cNvGrpSpPr/>
            <p:nvPr/>
          </p:nvGrpSpPr>
          <p:grpSpPr>
            <a:xfrm rot="5400000">
              <a:off x="8065764" y="2275451"/>
              <a:ext cx="1456813" cy="32594"/>
              <a:chOff x="4101875" y="2224575"/>
              <a:chExt cx="507300" cy="11350"/>
            </a:xfrm>
          </p:grpSpPr>
          <p:sp>
            <p:nvSpPr>
              <p:cNvPr id="399" name="Google Shape;399;p7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7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02" name="Google Shape;402;p7"/>
          <p:cNvSpPr txBox="1">
            <a:spLocks noGrp="1"/>
          </p:cNvSpPr>
          <p:nvPr>
            <p:ph type="title"/>
          </p:nvPr>
        </p:nvSpPr>
        <p:spPr>
          <a:xfrm>
            <a:off x="811975" y="676950"/>
            <a:ext cx="41508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7"/>
          <p:cNvSpPr txBox="1">
            <a:spLocks noGrp="1"/>
          </p:cNvSpPr>
          <p:nvPr>
            <p:ph type="subTitle" idx="1"/>
          </p:nvPr>
        </p:nvSpPr>
        <p:spPr>
          <a:xfrm>
            <a:off x="811975" y="1972200"/>
            <a:ext cx="4150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04" name="Google Shape;404;p7"/>
          <p:cNvSpPr>
            <a:spLocks noGrp="1"/>
          </p:cNvSpPr>
          <p:nvPr>
            <p:ph type="pic" idx="2"/>
          </p:nvPr>
        </p:nvSpPr>
        <p:spPr>
          <a:xfrm flipH="1">
            <a:off x="5106775" y="539500"/>
            <a:ext cx="3324000" cy="40644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07" name="Google Shape;407;p8"/>
          <p:cNvGrpSpPr/>
          <p:nvPr/>
        </p:nvGrpSpPr>
        <p:grpSpPr>
          <a:xfrm>
            <a:off x="-246514" y="-137263"/>
            <a:ext cx="9278422" cy="5257892"/>
            <a:chOff x="-246514" y="-137263"/>
            <a:chExt cx="9278422" cy="5257892"/>
          </a:xfrm>
        </p:grpSpPr>
        <p:grpSp>
          <p:nvGrpSpPr>
            <p:cNvPr id="408" name="Google Shape;408;p8"/>
            <p:cNvGrpSpPr/>
            <p:nvPr/>
          </p:nvGrpSpPr>
          <p:grpSpPr>
            <a:xfrm>
              <a:off x="8330576" y="4380679"/>
              <a:ext cx="338071" cy="446621"/>
              <a:chOff x="6289250" y="3856225"/>
              <a:chExt cx="117725" cy="155525"/>
            </a:xfrm>
          </p:grpSpPr>
          <p:sp>
            <p:nvSpPr>
              <p:cNvPr id="409" name="Google Shape;409;p8"/>
              <p:cNvSpPr/>
              <p:nvPr/>
            </p:nvSpPr>
            <p:spPr>
              <a:xfrm>
                <a:off x="6289250" y="3856225"/>
                <a:ext cx="117725" cy="117725"/>
              </a:xfrm>
              <a:custGeom>
                <a:avLst/>
                <a:gdLst/>
                <a:ahLst/>
                <a:cxnLst/>
                <a:rect l="l" t="t" r="r" b="b"/>
                <a:pathLst>
                  <a:path w="4709" h="4709" extrusionOk="0">
                    <a:moveTo>
                      <a:pt x="2355" y="353"/>
                    </a:moveTo>
                    <a:cubicBezTo>
                      <a:pt x="3468" y="353"/>
                      <a:pt x="4356" y="1241"/>
                      <a:pt x="4374" y="2364"/>
                    </a:cubicBezTo>
                    <a:cubicBezTo>
                      <a:pt x="4374" y="3477"/>
                      <a:pt x="3468" y="4383"/>
                      <a:pt x="2355" y="4383"/>
                    </a:cubicBezTo>
                    <a:cubicBezTo>
                      <a:pt x="1250" y="4383"/>
                      <a:pt x="344" y="3477"/>
                      <a:pt x="344" y="2364"/>
                    </a:cubicBezTo>
                    <a:cubicBezTo>
                      <a:pt x="344" y="1259"/>
                      <a:pt x="1250" y="353"/>
                      <a:pt x="2355" y="353"/>
                    </a:cubicBezTo>
                    <a:close/>
                    <a:moveTo>
                      <a:pt x="2355" y="0"/>
                    </a:moveTo>
                    <a:cubicBezTo>
                      <a:pt x="1051" y="0"/>
                      <a:pt x="0" y="1051"/>
                      <a:pt x="0" y="2354"/>
                    </a:cubicBezTo>
                    <a:cubicBezTo>
                      <a:pt x="0" y="3658"/>
                      <a:pt x="1051" y="4709"/>
                      <a:pt x="2355" y="4709"/>
                    </a:cubicBezTo>
                    <a:cubicBezTo>
                      <a:pt x="3649" y="4709"/>
                      <a:pt x="4700" y="3658"/>
                      <a:pt x="4709" y="2354"/>
                    </a:cubicBezTo>
                    <a:cubicBezTo>
                      <a:pt x="4709" y="1051"/>
                      <a:pt x="3658" y="0"/>
                      <a:pt x="2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6316625" y="3915075"/>
                <a:ext cx="62975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2183" extrusionOk="0">
                    <a:moveTo>
                      <a:pt x="1260" y="0"/>
                    </a:moveTo>
                    <a:cubicBezTo>
                      <a:pt x="1094" y="566"/>
                      <a:pt x="637" y="670"/>
                      <a:pt x="322" y="670"/>
                    </a:cubicBezTo>
                    <a:cubicBezTo>
                      <a:pt x="137" y="670"/>
                      <a:pt x="1" y="634"/>
                      <a:pt x="1" y="634"/>
                    </a:cubicBezTo>
                    <a:lnTo>
                      <a:pt x="1" y="634"/>
                    </a:lnTo>
                    <a:lnTo>
                      <a:pt x="897" y="2155"/>
                    </a:lnTo>
                    <a:lnTo>
                      <a:pt x="1260" y="2183"/>
                    </a:lnTo>
                    <a:lnTo>
                      <a:pt x="1622" y="2155"/>
                    </a:lnTo>
                    <a:lnTo>
                      <a:pt x="2518" y="634"/>
                    </a:lnTo>
                    <a:lnTo>
                      <a:pt x="2518" y="634"/>
                    </a:lnTo>
                    <a:cubicBezTo>
                      <a:pt x="2515" y="634"/>
                      <a:pt x="2378" y="670"/>
                      <a:pt x="2194" y="670"/>
                    </a:cubicBezTo>
                    <a:cubicBezTo>
                      <a:pt x="1879" y="670"/>
                      <a:pt x="1425" y="566"/>
                      <a:pt x="1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6324325" y="3954225"/>
                <a:ext cx="47125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301" extrusionOk="0">
                    <a:moveTo>
                      <a:pt x="1" y="1"/>
                    </a:moveTo>
                    <a:lnTo>
                      <a:pt x="1" y="1540"/>
                    </a:lnTo>
                    <a:cubicBezTo>
                      <a:pt x="1" y="1966"/>
                      <a:pt x="354" y="2301"/>
                      <a:pt x="770" y="2301"/>
                    </a:cubicBezTo>
                    <a:lnTo>
                      <a:pt x="1124" y="2301"/>
                    </a:lnTo>
                    <a:cubicBezTo>
                      <a:pt x="1540" y="2301"/>
                      <a:pt x="1884" y="1966"/>
                      <a:pt x="1884" y="1540"/>
                    </a:cubicBezTo>
                    <a:lnTo>
                      <a:pt x="18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2" name="Google Shape;412;p8"/>
            <p:cNvSpPr/>
            <p:nvPr/>
          </p:nvSpPr>
          <p:spPr>
            <a:xfrm>
              <a:off x="8518311" y="3836404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434999" y="3402569"/>
              <a:ext cx="250987" cy="261253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4" name="Google Shape;414;p8"/>
            <p:cNvGrpSpPr/>
            <p:nvPr/>
          </p:nvGrpSpPr>
          <p:grpSpPr>
            <a:xfrm>
              <a:off x="341053" y="4072884"/>
              <a:ext cx="438868" cy="750820"/>
              <a:chOff x="1181125" y="4400608"/>
              <a:chExt cx="152825" cy="26145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4927" h="5018" extrusionOk="0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99" extrusionOk="0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1223" extrusionOk="0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avLst/>
                <a:gdLst/>
                <a:ahLst/>
                <a:cxnLst/>
                <a:rect l="l" t="t" r="r" b="b"/>
                <a:pathLst>
                  <a:path w="6113" h="5660" extrusionOk="0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99" extrusionOk="0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1065848" y="408342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5" name="Google Shape;425;p8"/>
            <p:cNvGrpSpPr/>
            <p:nvPr/>
          </p:nvGrpSpPr>
          <p:grpSpPr>
            <a:xfrm>
              <a:off x="8206705" y="4056798"/>
              <a:ext cx="134611" cy="132026"/>
              <a:chOff x="3025300" y="2552125"/>
              <a:chExt cx="46875" cy="45975"/>
            </a:xfrm>
          </p:grpSpPr>
          <p:sp>
            <p:nvSpPr>
              <p:cNvPr id="426" name="Google Shape;426;p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8" name="Google Shape;428;p8"/>
            <p:cNvSpPr/>
            <p:nvPr/>
          </p:nvSpPr>
          <p:spPr>
            <a:xfrm>
              <a:off x="931688" y="44065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9" name="Google Shape;429;p8"/>
            <p:cNvGrpSpPr/>
            <p:nvPr/>
          </p:nvGrpSpPr>
          <p:grpSpPr>
            <a:xfrm rot="2700000">
              <a:off x="8379735" y="50447"/>
              <a:ext cx="500391" cy="501667"/>
              <a:chOff x="109775" y="3205350"/>
              <a:chExt cx="215750" cy="216300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avLst/>
                <a:gdLst/>
                <a:ahLst/>
                <a:cxnLst/>
                <a:rect l="l" t="t" r="r" b="b"/>
                <a:pathLst>
                  <a:path w="5841" h="5654" extrusionOk="0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3318" extrusionOk="0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824" extrusionOk="0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27" extrusionOk="0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80" extrusionOk="0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1649" extrusionOk="0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287" extrusionOk="0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172" extrusionOk="0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81" extrusionOk="0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979" h="959" extrusionOk="0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30" extrusionOk="0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22" extrusionOk="0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1227" extrusionOk="0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16" extrusionOk="0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8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231" extrusionOk="0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8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46" extrusionOk="0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8" name="Google Shape;448;p8"/>
            <p:cNvGrpSpPr/>
            <p:nvPr/>
          </p:nvGrpSpPr>
          <p:grpSpPr>
            <a:xfrm>
              <a:off x="8518305" y="3065401"/>
              <a:ext cx="513604" cy="447124"/>
              <a:chOff x="1742100" y="2304325"/>
              <a:chExt cx="178850" cy="155700"/>
            </a:xfrm>
          </p:grpSpPr>
          <p:sp>
            <p:nvSpPr>
              <p:cNvPr id="449" name="Google Shape;449;p8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3" name="Google Shape;453;p8"/>
            <p:cNvSpPr/>
            <p:nvPr/>
          </p:nvSpPr>
          <p:spPr>
            <a:xfrm>
              <a:off x="-246514" y="3529900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4" name="Google Shape;454;p8"/>
            <p:cNvGrpSpPr/>
            <p:nvPr/>
          </p:nvGrpSpPr>
          <p:grpSpPr>
            <a:xfrm>
              <a:off x="1451461" y="215633"/>
              <a:ext cx="393753" cy="606161"/>
              <a:chOff x="2071188" y="4170850"/>
              <a:chExt cx="183825" cy="282975"/>
            </a:xfrm>
          </p:grpSpPr>
          <p:sp>
            <p:nvSpPr>
              <p:cNvPr id="455" name="Google Shape;455;p8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avLst/>
                <a:gdLst/>
                <a:ahLst/>
                <a:cxnLst/>
                <a:rect l="l" t="t" r="r" b="b"/>
                <a:pathLst>
                  <a:path w="7136" h="11120" extrusionOk="0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11319" extrusionOk="0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554" extrusionOk="0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avLst/>
                <a:gdLst/>
                <a:ahLst/>
                <a:cxnLst/>
                <a:rect l="l" t="t" r="r" b="b"/>
                <a:pathLst>
                  <a:path w="5696" h="7987" extrusionOk="0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3329" extrusionOk="0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689" extrusionOk="0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46" extrusionOk="0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2" name="Google Shape;462;p8"/>
            <p:cNvSpPr/>
            <p:nvPr/>
          </p:nvSpPr>
          <p:spPr>
            <a:xfrm rot="10800000">
              <a:off x="7418186" y="-137263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" name="Google Shape;463;p8"/>
            <p:cNvGrpSpPr/>
            <p:nvPr/>
          </p:nvGrpSpPr>
          <p:grpSpPr>
            <a:xfrm rot="5400000">
              <a:off x="8206235" y="4375926"/>
              <a:ext cx="1456813" cy="32594"/>
              <a:chOff x="4101875" y="2224575"/>
              <a:chExt cx="507300" cy="11350"/>
            </a:xfrm>
          </p:grpSpPr>
          <p:sp>
            <p:nvSpPr>
              <p:cNvPr id="464" name="Google Shape;464;p8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8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7" name="Google Shape;467;p8"/>
            <p:cNvGrpSpPr/>
            <p:nvPr/>
          </p:nvGrpSpPr>
          <p:grpSpPr>
            <a:xfrm rot="10800000">
              <a:off x="-167915" y="196826"/>
              <a:ext cx="1456813" cy="32594"/>
              <a:chOff x="4101875" y="2224575"/>
              <a:chExt cx="507300" cy="11350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8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8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74" name="Google Shape;474;p9"/>
          <p:cNvGrpSpPr/>
          <p:nvPr/>
        </p:nvGrpSpPr>
        <p:grpSpPr>
          <a:xfrm>
            <a:off x="-729635" y="85604"/>
            <a:ext cx="9779962" cy="5932397"/>
            <a:chOff x="-729635" y="85604"/>
            <a:chExt cx="9779962" cy="5932397"/>
          </a:xfrm>
        </p:grpSpPr>
        <p:sp>
          <p:nvSpPr>
            <p:cNvPr id="475" name="Google Shape;475;p9"/>
            <p:cNvSpPr/>
            <p:nvPr/>
          </p:nvSpPr>
          <p:spPr>
            <a:xfrm rot="-5400000">
              <a:off x="7891431" y="4105058"/>
              <a:ext cx="547418" cy="1185725"/>
            </a:xfrm>
            <a:custGeom>
              <a:avLst/>
              <a:gdLst/>
              <a:ahLst/>
              <a:cxnLst/>
              <a:rect l="l" t="t" r="r" b="b"/>
              <a:pathLst>
                <a:path w="7625" h="16516" extrusionOk="0">
                  <a:moveTo>
                    <a:pt x="227" y="0"/>
                  </a:moveTo>
                  <a:cubicBezTo>
                    <a:pt x="109" y="0"/>
                    <a:pt x="1" y="100"/>
                    <a:pt x="1" y="227"/>
                  </a:cubicBezTo>
                  <a:cubicBezTo>
                    <a:pt x="1" y="353"/>
                    <a:pt x="109" y="453"/>
                    <a:pt x="227" y="453"/>
                  </a:cubicBezTo>
                  <a:cubicBezTo>
                    <a:pt x="354" y="453"/>
                    <a:pt x="454" y="353"/>
                    <a:pt x="454" y="227"/>
                  </a:cubicBezTo>
                  <a:cubicBezTo>
                    <a:pt x="454" y="100"/>
                    <a:pt x="354" y="0"/>
                    <a:pt x="227" y="0"/>
                  </a:cubicBezTo>
                  <a:close/>
                  <a:moveTo>
                    <a:pt x="227" y="1023"/>
                  </a:moveTo>
                  <a:cubicBezTo>
                    <a:pt x="109" y="1023"/>
                    <a:pt x="1" y="1123"/>
                    <a:pt x="1" y="1250"/>
                  </a:cubicBezTo>
                  <a:cubicBezTo>
                    <a:pt x="1" y="1367"/>
                    <a:pt x="109" y="1476"/>
                    <a:pt x="227" y="1476"/>
                  </a:cubicBezTo>
                  <a:cubicBezTo>
                    <a:pt x="354" y="1476"/>
                    <a:pt x="454" y="1367"/>
                    <a:pt x="454" y="1250"/>
                  </a:cubicBezTo>
                  <a:cubicBezTo>
                    <a:pt x="454" y="1123"/>
                    <a:pt x="354" y="1023"/>
                    <a:pt x="227" y="1023"/>
                  </a:cubicBezTo>
                  <a:close/>
                  <a:moveTo>
                    <a:pt x="227" y="2037"/>
                  </a:moveTo>
                  <a:cubicBezTo>
                    <a:pt x="109" y="2037"/>
                    <a:pt x="1" y="2137"/>
                    <a:pt x="1" y="2264"/>
                  </a:cubicBezTo>
                  <a:cubicBezTo>
                    <a:pt x="1" y="2391"/>
                    <a:pt x="109" y="2490"/>
                    <a:pt x="227" y="2490"/>
                  </a:cubicBezTo>
                  <a:cubicBezTo>
                    <a:pt x="354" y="2490"/>
                    <a:pt x="454" y="2391"/>
                    <a:pt x="454" y="2264"/>
                  </a:cubicBezTo>
                  <a:cubicBezTo>
                    <a:pt x="454" y="2137"/>
                    <a:pt x="354" y="2037"/>
                    <a:pt x="227" y="2037"/>
                  </a:cubicBezTo>
                  <a:close/>
                  <a:moveTo>
                    <a:pt x="227" y="3061"/>
                  </a:moveTo>
                  <a:cubicBezTo>
                    <a:pt x="109" y="3061"/>
                    <a:pt x="1" y="3160"/>
                    <a:pt x="1" y="3287"/>
                  </a:cubicBezTo>
                  <a:cubicBezTo>
                    <a:pt x="1" y="3405"/>
                    <a:pt x="109" y="3513"/>
                    <a:pt x="227" y="3513"/>
                  </a:cubicBezTo>
                  <a:cubicBezTo>
                    <a:pt x="354" y="3513"/>
                    <a:pt x="454" y="3405"/>
                    <a:pt x="454" y="3287"/>
                  </a:cubicBezTo>
                  <a:cubicBezTo>
                    <a:pt x="454" y="3160"/>
                    <a:pt x="354" y="3061"/>
                    <a:pt x="227" y="3061"/>
                  </a:cubicBezTo>
                  <a:close/>
                  <a:moveTo>
                    <a:pt x="227" y="4075"/>
                  </a:moveTo>
                  <a:cubicBezTo>
                    <a:pt x="109" y="4075"/>
                    <a:pt x="1" y="4174"/>
                    <a:pt x="1" y="4301"/>
                  </a:cubicBezTo>
                  <a:cubicBezTo>
                    <a:pt x="1" y="4428"/>
                    <a:pt x="109" y="4527"/>
                    <a:pt x="227" y="4527"/>
                  </a:cubicBezTo>
                  <a:cubicBezTo>
                    <a:pt x="354" y="4527"/>
                    <a:pt x="454" y="4428"/>
                    <a:pt x="454" y="4301"/>
                  </a:cubicBezTo>
                  <a:cubicBezTo>
                    <a:pt x="454" y="4174"/>
                    <a:pt x="354" y="4075"/>
                    <a:pt x="227" y="4075"/>
                  </a:cubicBezTo>
                  <a:close/>
                  <a:moveTo>
                    <a:pt x="227" y="5098"/>
                  </a:moveTo>
                  <a:cubicBezTo>
                    <a:pt x="109" y="5098"/>
                    <a:pt x="1" y="5197"/>
                    <a:pt x="1" y="5324"/>
                  </a:cubicBezTo>
                  <a:cubicBezTo>
                    <a:pt x="1" y="5442"/>
                    <a:pt x="109" y="5551"/>
                    <a:pt x="227" y="5551"/>
                  </a:cubicBezTo>
                  <a:cubicBezTo>
                    <a:pt x="354" y="5551"/>
                    <a:pt x="454" y="5442"/>
                    <a:pt x="454" y="5324"/>
                  </a:cubicBezTo>
                  <a:cubicBezTo>
                    <a:pt x="454" y="5197"/>
                    <a:pt x="354" y="5098"/>
                    <a:pt x="227" y="5098"/>
                  </a:cubicBezTo>
                  <a:close/>
                  <a:moveTo>
                    <a:pt x="227" y="6112"/>
                  </a:moveTo>
                  <a:cubicBezTo>
                    <a:pt x="109" y="6112"/>
                    <a:pt x="1" y="6212"/>
                    <a:pt x="1" y="6338"/>
                  </a:cubicBezTo>
                  <a:cubicBezTo>
                    <a:pt x="1" y="6465"/>
                    <a:pt x="109" y="6565"/>
                    <a:pt x="227" y="6565"/>
                  </a:cubicBezTo>
                  <a:cubicBezTo>
                    <a:pt x="354" y="6565"/>
                    <a:pt x="454" y="6465"/>
                    <a:pt x="454" y="6338"/>
                  </a:cubicBezTo>
                  <a:cubicBezTo>
                    <a:pt x="454" y="6212"/>
                    <a:pt x="354" y="6112"/>
                    <a:pt x="227" y="6112"/>
                  </a:cubicBezTo>
                  <a:close/>
                  <a:moveTo>
                    <a:pt x="227" y="7135"/>
                  </a:moveTo>
                  <a:cubicBezTo>
                    <a:pt x="109" y="7135"/>
                    <a:pt x="1" y="7235"/>
                    <a:pt x="1" y="7362"/>
                  </a:cubicBezTo>
                  <a:cubicBezTo>
                    <a:pt x="1" y="7479"/>
                    <a:pt x="109" y="7588"/>
                    <a:pt x="227" y="7588"/>
                  </a:cubicBezTo>
                  <a:cubicBezTo>
                    <a:pt x="354" y="7588"/>
                    <a:pt x="454" y="7479"/>
                    <a:pt x="454" y="7362"/>
                  </a:cubicBezTo>
                  <a:cubicBezTo>
                    <a:pt x="454" y="7235"/>
                    <a:pt x="354" y="7135"/>
                    <a:pt x="227" y="7135"/>
                  </a:cubicBezTo>
                  <a:close/>
                  <a:moveTo>
                    <a:pt x="227" y="8149"/>
                  </a:moveTo>
                  <a:cubicBezTo>
                    <a:pt x="109" y="8149"/>
                    <a:pt x="1" y="8249"/>
                    <a:pt x="1" y="8376"/>
                  </a:cubicBezTo>
                  <a:cubicBezTo>
                    <a:pt x="1" y="8502"/>
                    <a:pt x="109" y="8602"/>
                    <a:pt x="227" y="8602"/>
                  </a:cubicBezTo>
                  <a:cubicBezTo>
                    <a:pt x="354" y="8602"/>
                    <a:pt x="454" y="8502"/>
                    <a:pt x="454" y="8376"/>
                  </a:cubicBezTo>
                  <a:cubicBezTo>
                    <a:pt x="454" y="8249"/>
                    <a:pt x="354" y="8149"/>
                    <a:pt x="227" y="8149"/>
                  </a:cubicBezTo>
                  <a:close/>
                  <a:moveTo>
                    <a:pt x="227" y="9172"/>
                  </a:moveTo>
                  <a:cubicBezTo>
                    <a:pt x="109" y="9172"/>
                    <a:pt x="1" y="9272"/>
                    <a:pt x="1" y="9399"/>
                  </a:cubicBezTo>
                  <a:cubicBezTo>
                    <a:pt x="1" y="9516"/>
                    <a:pt x="109" y="9625"/>
                    <a:pt x="227" y="9625"/>
                  </a:cubicBezTo>
                  <a:cubicBezTo>
                    <a:pt x="354" y="9625"/>
                    <a:pt x="454" y="9516"/>
                    <a:pt x="454" y="9399"/>
                  </a:cubicBezTo>
                  <a:cubicBezTo>
                    <a:pt x="454" y="9272"/>
                    <a:pt x="354" y="9172"/>
                    <a:pt x="227" y="9172"/>
                  </a:cubicBezTo>
                  <a:close/>
                  <a:moveTo>
                    <a:pt x="227" y="10186"/>
                  </a:moveTo>
                  <a:cubicBezTo>
                    <a:pt x="109" y="10186"/>
                    <a:pt x="1" y="10286"/>
                    <a:pt x="1" y="10413"/>
                  </a:cubicBezTo>
                  <a:cubicBezTo>
                    <a:pt x="1" y="10540"/>
                    <a:pt x="109" y="10639"/>
                    <a:pt x="227" y="10639"/>
                  </a:cubicBezTo>
                  <a:cubicBezTo>
                    <a:pt x="354" y="10639"/>
                    <a:pt x="454" y="10540"/>
                    <a:pt x="454" y="10413"/>
                  </a:cubicBezTo>
                  <a:cubicBezTo>
                    <a:pt x="454" y="10286"/>
                    <a:pt x="354" y="10186"/>
                    <a:pt x="227" y="10186"/>
                  </a:cubicBezTo>
                  <a:close/>
                  <a:moveTo>
                    <a:pt x="227" y="11210"/>
                  </a:moveTo>
                  <a:cubicBezTo>
                    <a:pt x="109" y="11210"/>
                    <a:pt x="1" y="11309"/>
                    <a:pt x="1" y="11436"/>
                  </a:cubicBezTo>
                  <a:cubicBezTo>
                    <a:pt x="1" y="11554"/>
                    <a:pt x="109" y="11662"/>
                    <a:pt x="227" y="11662"/>
                  </a:cubicBezTo>
                  <a:cubicBezTo>
                    <a:pt x="354" y="11662"/>
                    <a:pt x="454" y="11554"/>
                    <a:pt x="454" y="11436"/>
                  </a:cubicBezTo>
                  <a:cubicBezTo>
                    <a:pt x="454" y="11309"/>
                    <a:pt x="354" y="11210"/>
                    <a:pt x="227" y="11210"/>
                  </a:cubicBezTo>
                  <a:close/>
                  <a:moveTo>
                    <a:pt x="245" y="12223"/>
                  </a:moveTo>
                  <a:cubicBezTo>
                    <a:pt x="239" y="12223"/>
                    <a:pt x="233" y="12223"/>
                    <a:pt x="227" y="12224"/>
                  </a:cubicBezTo>
                  <a:cubicBezTo>
                    <a:pt x="109" y="12233"/>
                    <a:pt x="19" y="12351"/>
                    <a:pt x="28" y="12477"/>
                  </a:cubicBezTo>
                  <a:cubicBezTo>
                    <a:pt x="37" y="12586"/>
                    <a:pt x="137" y="12676"/>
                    <a:pt x="254" y="12676"/>
                  </a:cubicBezTo>
                  <a:lnTo>
                    <a:pt x="272" y="12676"/>
                  </a:lnTo>
                  <a:cubicBezTo>
                    <a:pt x="399" y="12667"/>
                    <a:pt x="490" y="12550"/>
                    <a:pt x="481" y="12432"/>
                  </a:cubicBezTo>
                  <a:cubicBezTo>
                    <a:pt x="463" y="12311"/>
                    <a:pt x="364" y="12223"/>
                    <a:pt x="245" y="12223"/>
                  </a:cubicBezTo>
                  <a:close/>
                  <a:moveTo>
                    <a:pt x="474" y="13215"/>
                  </a:moveTo>
                  <a:cubicBezTo>
                    <a:pt x="449" y="13215"/>
                    <a:pt x="424" y="13219"/>
                    <a:pt x="399" y="13229"/>
                  </a:cubicBezTo>
                  <a:cubicBezTo>
                    <a:pt x="291" y="13265"/>
                    <a:pt x="218" y="13401"/>
                    <a:pt x="263" y="13519"/>
                  </a:cubicBezTo>
                  <a:cubicBezTo>
                    <a:pt x="300" y="13609"/>
                    <a:pt x="390" y="13663"/>
                    <a:pt x="472" y="13663"/>
                  </a:cubicBezTo>
                  <a:cubicBezTo>
                    <a:pt x="499" y="13663"/>
                    <a:pt x="526" y="13663"/>
                    <a:pt x="544" y="13654"/>
                  </a:cubicBezTo>
                  <a:cubicBezTo>
                    <a:pt x="662" y="13618"/>
                    <a:pt x="725" y="13482"/>
                    <a:pt x="680" y="13365"/>
                  </a:cubicBezTo>
                  <a:cubicBezTo>
                    <a:pt x="658" y="13278"/>
                    <a:pt x="569" y="13215"/>
                    <a:pt x="474" y="13215"/>
                  </a:cubicBezTo>
                  <a:close/>
                  <a:moveTo>
                    <a:pt x="929" y="14123"/>
                  </a:moveTo>
                  <a:cubicBezTo>
                    <a:pt x="885" y="14123"/>
                    <a:pt x="843" y="14135"/>
                    <a:pt x="807" y="14161"/>
                  </a:cubicBezTo>
                  <a:cubicBezTo>
                    <a:pt x="707" y="14225"/>
                    <a:pt x="671" y="14379"/>
                    <a:pt x="743" y="14478"/>
                  </a:cubicBezTo>
                  <a:cubicBezTo>
                    <a:pt x="789" y="14533"/>
                    <a:pt x="852" y="14578"/>
                    <a:pt x="933" y="14578"/>
                  </a:cubicBezTo>
                  <a:cubicBezTo>
                    <a:pt x="979" y="14578"/>
                    <a:pt x="1024" y="14569"/>
                    <a:pt x="1060" y="14542"/>
                  </a:cubicBezTo>
                  <a:cubicBezTo>
                    <a:pt x="1160" y="14478"/>
                    <a:pt x="1196" y="14333"/>
                    <a:pt x="1124" y="14225"/>
                  </a:cubicBezTo>
                  <a:cubicBezTo>
                    <a:pt x="1083" y="14161"/>
                    <a:pt x="1005" y="14123"/>
                    <a:pt x="929" y="14123"/>
                  </a:cubicBezTo>
                  <a:close/>
                  <a:moveTo>
                    <a:pt x="1567" y="14907"/>
                  </a:moveTo>
                  <a:cubicBezTo>
                    <a:pt x="1509" y="14907"/>
                    <a:pt x="1451" y="14930"/>
                    <a:pt x="1404" y="14976"/>
                  </a:cubicBezTo>
                  <a:cubicBezTo>
                    <a:pt x="1332" y="15067"/>
                    <a:pt x="1332" y="15203"/>
                    <a:pt x="1422" y="15293"/>
                  </a:cubicBezTo>
                  <a:cubicBezTo>
                    <a:pt x="1468" y="15338"/>
                    <a:pt x="1522" y="15348"/>
                    <a:pt x="1567" y="15348"/>
                  </a:cubicBezTo>
                  <a:cubicBezTo>
                    <a:pt x="1631" y="15348"/>
                    <a:pt x="1694" y="15329"/>
                    <a:pt x="1739" y="15284"/>
                  </a:cubicBezTo>
                  <a:cubicBezTo>
                    <a:pt x="1812" y="15194"/>
                    <a:pt x="1812" y="15058"/>
                    <a:pt x="1721" y="14967"/>
                  </a:cubicBezTo>
                  <a:cubicBezTo>
                    <a:pt x="1677" y="14928"/>
                    <a:pt x="1622" y="14907"/>
                    <a:pt x="1567" y="14907"/>
                  </a:cubicBezTo>
                  <a:close/>
                  <a:moveTo>
                    <a:pt x="2391" y="15504"/>
                  </a:moveTo>
                  <a:cubicBezTo>
                    <a:pt x="2314" y="15504"/>
                    <a:pt x="2236" y="15544"/>
                    <a:pt x="2192" y="15619"/>
                  </a:cubicBezTo>
                  <a:cubicBezTo>
                    <a:pt x="2129" y="15719"/>
                    <a:pt x="2165" y="15873"/>
                    <a:pt x="2283" y="15927"/>
                  </a:cubicBezTo>
                  <a:cubicBezTo>
                    <a:pt x="2315" y="15940"/>
                    <a:pt x="2338" y="15953"/>
                    <a:pt x="2361" y="15953"/>
                  </a:cubicBezTo>
                  <a:cubicBezTo>
                    <a:pt x="2371" y="15953"/>
                    <a:pt x="2381" y="15950"/>
                    <a:pt x="2391" y="15945"/>
                  </a:cubicBezTo>
                  <a:cubicBezTo>
                    <a:pt x="2473" y="15945"/>
                    <a:pt x="2536" y="15900"/>
                    <a:pt x="2581" y="15836"/>
                  </a:cubicBezTo>
                  <a:cubicBezTo>
                    <a:pt x="2645" y="15737"/>
                    <a:pt x="2608" y="15583"/>
                    <a:pt x="2491" y="15529"/>
                  </a:cubicBezTo>
                  <a:cubicBezTo>
                    <a:pt x="2460" y="15512"/>
                    <a:pt x="2426" y="15504"/>
                    <a:pt x="2391" y="15504"/>
                  </a:cubicBezTo>
                  <a:close/>
                  <a:moveTo>
                    <a:pt x="3342" y="15894"/>
                  </a:moveTo>
                  <a:cubicBezTo>
                    <a:pt x="3242" y="15894"/>
                    <a:pt x="3146" y="15956"/>
                    <a:pt x="3116" y="16063"/>
                  </a:cubicBezTo>
                  <a:cubicBezTo>
                    <a:pt x="3079" y="16190"/>
                    <a:pt x="3152" y="16307"/>
                    <a:pt x="3279" y="16344"/>
                  </a:cubicBezTo>
                  <a:lnTo>
                    <a:pt x="3342" y="16344"/>
                  </a:lnTo>
                  <a:cubicBezTo>
                    <a:pt x="3442" y="16344"/>
                    <a:pt x="3532" y="16289"/>
                    <a:pt x="3559" y="16190"/>
                  </a:cubicBezTo>
                  <a:cubicBezTo>
                    <a:pt x="3595" y="16063"/>
                    <a:pt x="3523" y="15936"/>
                    <a:pt x="3396" y="15900"/>
                  </a:cubicBezTo>
                  <a:cubicBezTo>
                    <a:pt x="3378" y="15896"/>
                    <a:pt x="3360" y="15894"/>
                    <a:pt x="3342" y="15894"/>
                  </a:cubicBezTo>
                  <a:close/>
                  <a:moveTo>
                    <a:pt x="4317" y="16052"/>
                  </a:moveTo>
                  <a:cubicBezTo>
                    <a:pt x="4204" y="16052"/>
                    <a:pt x="4112" y="16145"/>
                    <a:pt x="4112" y="16262"/>
                  </a:cubicBezTo>
                  <a:cubicBezTo>
                    <a:pt x="4102" y="16389"/>
                    <a:pt x="4202" y="16506"/>
                    <a:pt x="4329" y="16506"/>
                  </a:cubicBezTo>
                  <a:cubicBezTo>
                    <a:pt x="4465" y="16506"/>
                    <a:pt x="4555" y="16416"/>
                    <a:pt x="4564" y="16289"/>
                  </a:cubicBezTo>
                  <a:cubicBezTo>
                    <a:pt x="4573" y="16162"/>
                    <a:pt x="4474" y="16054"/>
                    <a:pt x="4347" y="16054"/>
                  </a:cubicBezTo>
                  <a:cubicBezTo>
                    <a:pt x="4337" y="16052"/>
                    <a:pt x="4327" y="16052"/>
                    <a:pt x="4317" y="16052"/>
                  </a:cubicBezTo>
                  <a:close/>
                  <a:moveTo>
                    <a:pt x="5361" y="16063"/>
                  </a:moveTo>
                  <a:cubicBezTo>
                    <a:pt x="5234" y="16063"/>
                    <a:pt x="5135" y="16162"/>
                    <a:pt x="5135" y="16289"/>
                  </a:cubicBezTo>
                  <a:cubicBezTo>
                    <a:pt x="5135" y="16416"/>
                    <a:pt x="5234" y="16516"/>
                    <a:pt x="5361" y="16516"/>
                  </a:cubicBezTo>
                  <a:cubicBezTo>
                    <a:pt x="5479" y="16516"/>
                    <a:pt x="5587" y="16416"/>
                    <a:pt x="5587" y="16289"/>
                  </a:cubicBezTo>
                  <a:cubicBezTo>
                    <a:pt x="5587" y="16162"/>
                    <a:pt x="5479" y="16063"/>
                    <a:pt x="5361" y="16063"/>
                  </a:cubicBezTo>
                  <a:close/>
                  <a:moveTo>
                    <a:pt x="6375" y="16063"/>
                  </a:moveTo>
                  <a:cubicBezTo>
                    <a:pt x="6248" y="16063"/>
                    <a:pt x="6149" y="16162"/>
                    <a:pt x="6149" y="16289"/>
                  </a:cubicBezTo>
                  <a:cubicBezTo>
                    <a:pt x="6149" y="16416"/>
                    <a:pt x="6248" y="16516"/>
                    <a:pt x="6375" y="16516"/>
                  </a:cubicBezTo>
                  <a:cubicBezTo>
                    <a:pt x="6502" y="16516"/>
                    <a:pt x="6602" y="16416"/>
                    <a:pt x="6602" y="16289"/>
                  </a:cubicBezTo>
                  <a:cubicBezTo>
                    <a:pt x="6602" y="16162"/>
                    <a:pt x="6502" y="16063"/>
                    <a:pt x="6375" y="16063"/>
                  </a:cubicBezTo>
                  <a:close/>
                  <a:moveTo>
                    <a:pt x="7398" y="16063"/>
                  </a:moveTo>
                  <a:cubicBezTo>
                    <a:pt x="7272" y="16063"/>
                    <a:pt x="7172" y="16162"/>
                    <a:pt x="7172" y="16289"/>
                  </a:cubicBezTo>
                  <a:cubicBezTo>
                    <a:pt x="7172" y="16416"/>
                    <a:pt x="7272" y="16516"/>
                    <a:pt x="7398" y="16516"/>
                  </a:cubicBezTo>
                  <a:cubicBezTo>
                    <a:pt x="7516" y="16516"/>
                    <a:pt x="7625" y="16416"/>
                    <a:pt x="7625" y="16289"/>
                  </a:cubicBezTo>
                  <a:cubicBezTo>
                    <a:pt x="7625" y="16162"/>
                    <a:pt x="7516" y="16063"/>
                    <a:pt x="7398" y="160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6" name="Google Shape;476;p9"/>
            <p:cNvGrpSpPr/>
            <p:nvPr/>
          </p:nvGrpSpPr>
          <p:grpSpPr>
            <a:xfrm rot="-366820">
              <a:off x="849289" y="4494767"/>
              <a:ext cx="383582" cy="404330"/>
              <a:chOff x="-2372955" y="2144257"/>
              <a:chExt cx="383587" cy="404335"/>
            </a:xfrm>
          </p:grpSpPr>
          <p:sp>
            <p:nvSpPr>
              <p:cNvPr id="477" name="Google Shape;477;p9"/>
              <p:cNvSpPr/>
              <p:nvPr/>
            </p:nvSpPr>
            <p:spPr>
              <a:xfrm>
                <a:off x="-2364484" y="2151508"/>
                <a:ext cx="368654" cy="389331"/>
              </a:xfrm>
              <a:custGeom>
                <a:avLst/>
                <a:gdLst/>
                <a:ahLst/>
                <a:cxnLst/>
                <a:rect l="l" t="t" r="r" b="b"/>
                <a:pathLst>
                  <a:path w="5135" h="5423" extrusionOk="0">
                    <a:moveTo>
                      <a:pt x="2542" y="1"/>
                    </a:moveTo>
                    <a:cubicBezTo>
                      <a:pt x="1272" y="1"/>
                      <a:pt x="204" y="974"/>
                      <a:pt x="100" y="2253"/>
                    </a:cubicBezTo>
                    <a:cubicBezTo>
                      <a:pt x="1" y="3602"/>
                      <a:pt x="1006" y="4761"/>
                      <a:pt x="2337" y="4879"/>
                    </a:cubicBezTo>
                    <a:cubicBezTo>
                      <a:pt x="2409" y="4886"/>
                      <a:pt x="2480" y="4889"/>
                      <a:pt x="2551" y="4889"/>
                    </a:cubicBezTo>
                    <a:cubicBezTo>
                      <a:pt x="2853" y="4889"/>
                      <a:pt x="3139" y="4829"/>
                      <a:pt x="3396" y="4734"/>
                    </a:cubicBezTo>
                    <a:lnTo>
                      <a:pt x="5134" y="5422"/>
                    </a:lnTo>
                    <a:lnTo>
                      <a:pt x="4528" y="3856"/>
                    </a:lnTo>
                    <a:cubicBezTo>
                      <a:pt x="4772" y="3512"/>
                      <a:pt x="4935" y="3086"/>
                      <a:pt x="4962" y="2633"/>
                    </a:cubicBezTo>
                    <a:cubicBezTo>
                      <a:pt x="5071" y="1293"/>
                      <a:pt x="4057" y="125"/>
                      <a:pt x="2726" y="8"/>
                    </a:cubicBezTo>
                    <a:cubicBezTo>
                      <a:pt x="2664" y="3"/>
                      <a:pt x="2603" y="1"/>
                      <a:pt x="25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-2320905" y="2289567"/>
                <a:ext cx="48173" cy="44799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24" extrusionOk="0">
                    <a:moveTo>
                      <a:pt x="320" y="1"/>
                    </a:moveTo>
                    <a:cubicBezTo>
                      <a:pt x="172" y="1"/>
                      <a:pt x="36" y="128"/>
                      <a:pt x="27" y="285"/>
                    </a:cubicBezTo>
                    <a:cubicBezTo>
                      <a:pt x="0" y="457"/>
                      <a:pt x="136" y="611"/>
                      <a:pt x="308" y="620"/>
                    </a:cubicBezTo>
                    <a:cubicBezTo>
                      <a:pt x="323" y="622"/>
                      <a:pt x="338" y="623"/>
                      <a:pt x="352" y="623"/>
                    </a:cubicBezTo>
                    <a:cubicBezTo>
                      <a:pt x="506" y="623"/>
                      <a:pt x="636" y="496"/>
                      <a:pt x="652" y="339"/>
                    </a:cubicBezTo>
                    <a:cubicBezTo>
                      <a:pt x="670" y="158"/>
                      <a:pt x="534" y="13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-2246814" y="2294879"/>
                <a:ext cx="47527" cy="453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1" extrusionOk="0">
                    <a:moveTo>
                      <a:pt x="332" y="1"/>
                    </a:moveTo>
                    <a:cubicBezTo>
                      <a:pt x="173" y="1"/>
                      <a:pt x="36" y="131"/>
                      <a:pt x="28" y="292"/>
                    </a:cubicBezTo>
                    <a:cubicBezTo>
                      <a:pt x="0" y="455"/>
                      <a:pt x="136" y="618"/>
                      <a:pt x="308" y="627"/>
                    </a:cubicBezTo>
                    <a:cubicBezTo>
                      <a:pt x="323" y="630"/>
                      <a:pt x="338" y="631"/>
                      <a:pt x="352" y="631"/>
                    </a:cubicBezTo>
                    <a:cubicBezTo>
                      <a:pt x="506" y="631"/>
                      <a:pt x="635" y="504"/>
                      <a:pt x="643" y="347"/>
                    </a:cubicBezTo>
                    <a:cubicBezTo>
                      <a:pt x="661" y="166"/>
                      <a:pt x="535" y="21"/>
                      <a:pt x="363" y="3"/>
                    </a:cubicBezTo>
                    <a:cubicBezTo>
                      <a:pt x="352" y="2"/>
                      <a:pt x="342" y="1"/>
                      <a:pt x="3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-2172724" y="2300623"/>
                <a:ext cx="46881" cy="4530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31" extrusionOk="0">
                    <a:moveTo>
                      <a:pt x="321" y="1"/>
                    </a:moveTo>
                    <a:cubicBezTo>
                      <a:pt x="166" y="1"/>
                      <a:pt x="35" y="135"/>
                      <a:pt x="19" y="285"/>
                    </a:cubicBezTo>
                    <a:cubicBezTo>
                      <a:pt x="1" y="457"/>
                      <a:pt x="136" y="620"/>
                      <a:pt x="308" y="629"/>
                    </a:cubicBezTo>
                    <a:cubicBezTo>
                      <a:pt x="318" y="630"/>
                      <a:pt x="328" y="630"/>
                      <a:pt x="338" y="630"/>
                    </a:cubicBezTo>
                    <a:cubicBezTo>
                      <a:pt x="491" y="630"/>
                      <a:pt x="635" y="501"/>
                      <a:pt x="643" y="348"/>
                    </a:cubicBezTo>
                    <a:cubicBezTo>
                      <a:pt x="653" y="167"/>
                      <a:pt x="535" y="13"/>
                      <a:pt x="363" y="4"/>
                    </a:cubicBezTo>
                    <a:cubicBezTo>
                      <a:pt x="349" y="2"/>
                      <a:pt x="335" y="1"/>
                      <a:pt x="3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-2099279" y="2306510"/>
                <a:ext cx="47527" cy="4522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0" extrusionOk="0">
                    <a:moveTo>
                      <a:pt x="321" y="0"/>
                    </a:moveTo>
                    <a:cubicBezTo>
                      <a:pt x="173" y="0"/>
                      <a:pt x="36" y="127"/>
                      <a:pt x="28" y="284"/>
                    </a:cubicBezTo>
                    <a:cubicBezTo>
                      <a:pt x="1" y="456"/>
                      <a:pt x="137" y="610"/>
                      <a:pt x="309" y="628"/>
                    </a:cubicBezTo>
                    <a:cubicBezTo>
                      <a:pt x="319" y="629"/>
                      <a:pt x="329" y="630"/>
                      <a:pt x="339" y="630"/>
                    </a:cubicBezTo>
                    <a:cubicBezTo>
                      <a:pt x="499" y="630"/>
                      <a:pt x="636" y="500"/>
                      <a:pt x="653" y="339"/>
                    </a:cubicBezTo>
                    <a:cubicBezTo>
                      <a:pt x="662" y="176"/>
                      <a:pt x="526" y="13"/>
                      <a:pt x="363" y="4"/>
                    </a:cubicBezTo>
                    <a:cubicBezTo>
                      <a:pt x="349" y="1"/>
                      <a:pt x="335" y="0"/>
                      <a:pt x="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-2110982" y="2164144"/>
                <a:ext cx="27425" cy="20461"/>
              </a:xfrm>
              <a:custGeom>
                <a:avLst/>
                <a:gdLst/>
                <a:ahLst/>
                <a:cxnLst/>
                <a:rect l="l" t="t" r="r" b="b"/>
                <a:pathLst>
                  <a:path w="382" h="285" extrusionOk="0">
                    <a:moveTo>
                      <a:pt x="124" y="0"/>
                    </a:moveTo>
                    <a:cubicBezTo>
                      <a:pt x="84" y="0"/>
                      <a:pt x="49" y="20"/>
                      <a:pt x="37" y="58"/>
                    </a:cubicBezTo>
                    <a:cubicBezTo>
                      <a:pt x="1" y="121"/>
                      <a:pt x="19" y="185"/>
                      <a:pt x="73" y="212"/>
                    </a:cubicBezTo>
                    <a:cubicBezTo>
                      <a:pt x="118" y="230"/>
                      <a:pt x="155" y="257"/>
                      <a:pt x="200" y="275"/>
                    </a:cubicBezTo>
                    <a:cubicBezTo>
                      <a:pt x="227" y="284"/>
                      <a:pt x="236" y="284"/>
                      <a:pt x="263" y="284"/>
                    </a:cubicBezTo>
                    <a:cubicBezTo>
                      <a:pt x="300" y="284"/>
                      <a:pt x="336" y="266"/>
                      <a:pt x="345" y="239"/>
                    </a:cubicBezTo>
                    <a:cubicBezTo>
                      <a:pt x="381" y="194"/>
                      <a:pt x="372" y="130"/>
                      <a:pt x="318" y="94"/>
                    </a:cubicBezTo>
                    <a:cubicBezTo>
                      <a:pt x="272" y="58"/>
                      <a:pt x="227" y="40"/>
                      <a:pt x="182" y="13"/>
                    </a:cubicBezTo>
                    <a:cubicBezTo>
                      <a:pt x="162" y="4"/>
                      <a:pt x="143" y="0"/>
                      <a:pt x="1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-2372955" y="2144257"/>
                <a:ext cx="383587" cy="404335"/>
              </a:xfrm>
              <a:custGeom>
                <a:avLst/>
                <a:gdLst/>
                <a:ahLst/>
                <a:cxnLst/>
                <a:rect l="l" t="t" r="r" b="b"/>
                <a:pathLst>
                  <a:path w="5343" h="5632" extrusionOk="0">
                    <a:moveTo>
                      <a:pt x="2640" y="0"/>
                    </a:moveTo>
                    <a:cubicBezTo>
                      <a:pt x="1328" y="0"/>
                      <a:pt x="222" y="1022"/>
                      <a:pt x="119" y="2354"/>
                    </a:cubicBezTo>
                    <a:cubicBezTo>
                      <a:pt x="1" y="3758"/>
                      <a:pt x="1060" y="4980"/>
                      <a:pt x="2464" y="5089"/>
                    </a:cubicBezTo>
                    <a:cubicBezTo>
                      <a:pt x="2529" y="5094"/>
                      <a:pt x="2595" y="5096"/>
                      <a:pt x="2661" y="5096"/>
                    </a:cubicBezTo>
                    <a:cubicBezTo>
                      <a:pt x="2953" y="5096"/>
                      <a:pt x="3250" y="5047"/>
                      <a:pt x="3523" y="4944"/>
                    </a:cubicBezTo>
                    <a:lnTo>
                      <a:pt x="5207" y="5623"/>
                    </a:lnTo>
                    <a:cubicBezTo>
                      <a:pt x="5234" y="5632"/>
                      <a:pt x="5243" y="5632"/>
                      <a:pt x="5252" y="5632"/>
                    </a:cubicBezTo>
                    <a:cubicBezTo>
                      <a:pt x="5289" y="5632"/>
                      <a:pt x="5307" y="5623"/>
                      <a:pt x="5307" y="5605"/>
                    </a:cubicBezTo>
                    <a:cubicBezTo>
                      <a:pt x="5343" y="5578"/>
                      <a:pt x="5343" y="5532"/>
                      <a:pt x="5334" y="5487"/>
                    </a:cubicBezTo>
                    <a:lnTo>
                      <a:pt x="4745" y="3984"/>
                    </a:lnTo>
                    <a:cubicBezTo>
                      <a:pt x="4990" y="3622"/>
                      <a:pt x="5144" y="3187"/>
                      <a:pt x="5171" y="2743"/>
                    </a:cubicBezTo>
                    <a:cubicBezTo>
                      <a:pt x="5234" y="1992"/>
                      <a:pt x="4963" y="1268"/>
                      <a:pt x="4428" y="733"/>
                    </a:cubicBezTo>
                    <a:cubicBezTo>
                      <a:pt x="4410" y="711"/>
                      <a:pt x="4385" y="699"/>
                      <a:pt x="4359" y="699"/>
                    </a:cubicBezTo>
                    <a:cubicBezTo>
                      <a:pt x="4333" y="699"/>
                      <a:pt x="4306" y="711"/>
                      <a:pt x="4284" y="733"/>
                    </a:cubicBezTo>
                    <a:cubicBezTo>
                      <a:pt x="4238" y="770"/>
                      <a:pt x="4238" y="833"/>
                      <a:pt x="4284" y="878"/>
                    </a:cubicBezTo>
                    <a:cubicBezTo>
                      <a:pt x="4782" y="1358"/>
                      <a:pt x="5026" y="2019"/>
                      <a:pt x="4972" y="2716"/>
                    </a:cubicBezTo>
                    <a:cubicBezTo>
                      <a:pt x="4935" y="3142"/>
                      <a:pt x="4791" y="3549"/>
                      <a:pt x="4546" y="3893"/>
                    </a:cubicBezTo>
                    <a:cubicBezTo>
                      <a:pt x="4519" y="3921"/>
                      <a:pt x="4519" y="3957"/>
                      <a:pt x="4528" y="3993"/>
                    </a:cubicBezTo>
                    <a:lnTo>
                      <a:pt x="5053" y="5315"/>
                    </a:lnTo>
                    <a:lnTo>
                      <a:pt x="3559" y="4717"/>
                    </a:lnTo>
                    <a:cubicBezTo>
                      <a:pt x="3546" y="4713"/>
                      <a:pt x="3530" y="4711"/>
                      <a:pt x="3515" y="4711"/>
                    </a:cubicBezTo>
                    <a:cubicBezTo>
                      <a:pt x="3500" y="4711"/>
                      <a:pt x="3487" y="4713"/>
                      <a:pt x="3478" y="4717"/>
                    </a:cubicBezTo>
                    <a:cubicBezTo>
                      <a:pt x="3220" y="4821"/>
                      <a:pt x="2943" y="4870"/>
                      <a:pt x="2664" y="4870"/>
                    </a:cubicBezTo>
                    <a:cubicBezTo>
                      <a:pt x="2600" y="4870"/>
                      <a:pt x="2536" y="4867"/>
                      <a:pt x="2473" y="4862"/>
                    </a:cubicBezTo>
                    <a:cubicBezTo>
                      <a:pt x="1196" y="4772"/>
                      <a:pt x="227" y="3640"/>
                      <a:pt x="327" y="2363"/>
                    </a:cubicBezTo>
                    <a:cubicBezTo>
                      <a:pt x="421" y="1152"/>
                      <a:pt x="1445" y="218"/>
                      <a:pt x="2639" y="218"/>
                    </a:cubicBezTo>
                    <a:cubicBezTo>
                      <a:pt x="2704" y="218"/>
                      <a:pt x="2769" y="221"/>
                      <a:pt x="2835" y="226"/>
                    </a:cubicBezTo>
                    <a:cubicBezTo>
                      <a:pt x="3016" y="235"/>
                      <a:pt x="3188" y="272"/>
                      <a:pt x="3351" y="326"/>
                    </a:cubicBezTo>
                    <a:cubicBezTo>
                      <a:pt x="3364" y="330"/>
                      <a:pt x="3376" y="331"/>
                      <a:pt x="3388" y="331"/>
                    </a:cubicBezTo>
                    <a:cubicBezTo>
                      <a:pt x="3435" y="331"/>
                      <a:pt x="3472" y="304"/>
                      <a:pt x="3487" y="254"/>
                    </a:cubicBezTo>
                    <a:cubicBezTo>
                      <a:pt x="3514" y="199"/>
                      <a:pt x="3478" y="145"/>
                      <a:pt x="3423" y="118"/>
                    </a:cubicBezTo>
                    <a:cubicBezTo>
                      <a:pt x="3242" y="63"/>
                      <a:pt x="3052" y="18"/>
                      <a:pt x="2853" y="9"/>
                    </a:cubicBezTo>
                    <a:cubicBezTo>
                      <a:pt x="2782" y="3"/>
                      <a:pt x="2711" y="0"/>
                      <a:pt x="2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4" name="Google Shape;484;p9"/>
            <p:cNvGrpSpPr/>
            <p:nvPr/>
          </p:nvGrpSpPr>
          <p:grpSpPr>
            <a:xfrm>
              <a:off x="373100" y="569672"/>
              <a:ext cx="388110" cy="724817"/>
              <a:chOff x="3438650" y="2871875"/>
              <a:chExt cx="135150" cy="252400"/>
            </a:xfrm>
          </p:grpSpPr>
          <p:sp>
            <p:nvSpPr>
              <p:cNvPr id="485" name="Google Shape;485;p9"/>
              <p:cNvSpPr/>
              <p:nvPr/>
            </p:nvSpPr>
            <p:spPr>
              <a:xfrm>
                <a:off x="3438650" y="2871875"/>
                <a:ext cx="135150" cy="252400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10096" extrusionOk="0">
                    <a:moveTo>
                      <a:pt x="4926" y="335"/>
                    </a:moveTo>
                    <a:cubicBezTo>
                      <a:pt x="4998" y="335"/>
                      <a:pt x="5071" y="408"/>
                      <a:pt x="5071" y="489"/>
                    </a:cubicBezTo>
                    <a:lnTo>
                      <a:pt x="5071" y="9607"/>
                    </a:lnTo>
                    <a:cubicBezTo>
                      <a:pt x="5071" y="9688"/>
                      <a:pt x="4998" y="9752"/>
                      <a:pt x="4926" y="9752"/>
                    </a:cubicBezTo>
                    <a:lnTo>
                      <a:pt x="489" y="9752"/>
                    </a:lnTo>
                    <a:cubicBezTo>
                      <a:pt x="408" y="9752"/>
                      <a:pt x="335" y="9688"/>
                      <a:pt x="335" y="9607"/>
                    </a:cubicBezTo>
                    <a:lnTo>
                      <a:pt x="335" y="489"/>
                    </a:lnTo>
                    <a:cubicBezTo>
                      <a:pt x="335" y="408"/>
                      <a:pt x="408" y="335"/>
                      <a:pt x="489" y="335"/>
                    </a:cubicBezTo>
                    <a:close/>
                    <a:moveTo>
                      <a:pt x="480" y="0"/>
                    </a:moveTo>
                    <a:cubicBezTo>
                      <a:pt x="217" y="0"/>
                      <a:pt x="0" y="217"/>
                      <a:pt x="0" y="489"/>
                    </a:cubicBezTo>
                    <a:lnTo>
                      <a:pt x="0" y="9607"/>
                    </a:lnTo>
                    <a:cubicBezTo>
                      <a:pt x="0" y="9879"/>
                      <a:pt x="208" y="10096"/>
                      <a:pt x="480" y="10096"/>
                    </a:cubicBezTo>
                    <a:lnTo>
                      <a:pt x="4917" y="10096"/>
                    </a:lnTo>
                    <a:cubicBezTo>
                      <a:pt x="5197" y="10096"/>
                      <a:pt x="5406" y="9879"/>
                      <a:pt x="5406" y="9607"/>
                    </a:cubicBezTo>
                    <a:lnTo>
                      <a:pt x="5406" y="489"/>
                    </a:lnTo>
                    <a:cubicBezTo>
                      <a:pt x="5406" y="217"/>
                      <a:pt x="5197" y="0"/>
                      <a:pt x="49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3454025" y="2894500"/>
                <a:ext cx="104150" cy="191075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7643" extrusionOk="0">
                    <a:moveTo>
                      <a:pt x="1" y="1"/>
                    </a:moveTo>
                    <a:lnTo>
                      <a:pt x="1" y="7643"/>
                    </a:lnTo>
                    <a:lnTo>
                      <a:pt x="4166" y="7643"/>
                    </a:lnTo>
                    <a:lnTo>
                      <a:pt x="4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3498400" y="3091425"/>
                <a:ext cx="1565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635" extrusionOk="0">
                    <a:moveTo>
                      <a:pt x="317" y="1"/>
                    </a:moveTo>
                    <a:cubicBezTo>
                      <a:pt x="136" y="1"/>
                      <a:pt x="1" y="137"/>
                      <a:pt x="1" y="318"/>
                    </a:cubicBezTo>
                    <a:cubicBezTo>
                      <a:pt x="1" y="490"/>
                      <a:pt x="136" y="635"/>
                      <a:pt x="317" y="635"/>
                    </a:cubicBezTo>
                    <a:cubicBezTo>
                      <a:pt x="489" y="635"/>
                      <a:pt x="625" y="490"/>
                      <a:pt x="625" y="318"/>
                    </a:cubicBezTo>
                    <a:cubicBezTo>
                      <a:pt x="625" y="137"/>
                      <a:pt x="489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8" name="Google Shape;488;p9"/>
            <p:cNvSpPr/>
            <p:nvPr/>
          </p:nvSpPr>
          <p:spPr>
            <a:xfrm rot="-5400000">
              <a:off x="-749127" y="1433823"/>
              <a:ext cx="1384662" cy="1345679"/>
            </a:xfrm>
            <a:custGeom>
              <a:avLst/>
              <a:gdLst/>
              <a:ahLst/>
              <a:cxnLst/>
              <a:rect l="l" t="t" r="r" b="b"/>
              <a:pathLst>
                <a:path w="19287" h="18744" extrusionOk="0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 flipH="1">
              <a:off x="8476925" y="3972233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0" name="Google Shape;490;p9"/>
            <p:cNvGrpSpPr/>
            <p:nvPr/>
          </p:nvGrpSpPr>
          <p:grpSpPr>
            <a:xfrm>
              <a:off x="305473" y="4026406"/>
              <a:ext cx="523367" cy="945225"/>
              <a:chOff x="3029123" y="1244581"/>
              <a:chExt cx="523367" cy="945225"/>
            </a:xfrm>
          </p:grpSpPr>
          <p:sp>
            <p:nvSpPr>
              <p:cNvPr id="491" name="Google Shape;491;p9"/>
              <p:cNvSpPr/>
              <p:nvPr/>
            </p:nvSpPr>
            <p:spPr>
              <a:xfrm>
                <a:off x="3029123" y="1244581"/>
                <a:ext cx="523367" cy="523367"/>
              </a:xfrm>
              <a:custGeom>
                <a:avLst/>
                <a:gdLst/>
                <a:ahLst/>
                <a:cxnLst/>
                <a:rect l="l" t="t" r="r" b="b"/>
                <a:pathLst>
                  <a:path w="7290" h="7290" extrusionOk="0">
                    <a:moveTo>
                      <a:pt x="3640" y="344"/>
                    </a:moveTo>
                    <a:cubicBezTo>
                      <a:pt x="5460" y="344"/>
                      <a:pt x="6945" y="1829"/>
                      <a:pt x="6945" y="3658"/>
                    </a:cubicBezTo>
                    <a:cubicBezTo>
                      <a:pt x="6945" y="5478"/>
                      <a:pt x="5460" y="6963"/>
                      <a:pt x="3640" y="6963"/>
                    </a:cubicBezTo>
                    <a:cubicBezTo>
                      <a:pt x="1820" y="6963"/>
                      <a:pt x="335" y="5478"/>
                      <a:pt x="335" y="3658"/>
                    </a:cubicBezTo>
                    <a:cubicBezTo>
                      <a:pt x="335" y="1829"/>
                      <a:pt x="1820" y="344"/>
                      <a:pt x="3640" y="344"/>
                    </a:cubicBezTo>
                    <a:close/>
                    <a:moveTo>
                      <a:pt x="3640" y="0"/>
                    </a:moveTo>
                    <a:cubicBezTo>
                      <a:pt x="1630" y="0"/>
                      <a:pt x="0" y="1630"/>
                      <a:pt x="0" y="3640"/>
                    </a:cubicBezTo>
                    <a:cubicBezTo>
                      <a:pt x="0" y="5659"/>
                      <a:pt x="1639" y="7289"/>
                      <a:pt x="3640" y="7289"/>
                    </a:cubicBezTo>
                    <a:cubicBezTo>
                      <a:pt x="5641" y="7289"/>
                      <a:pt x="7289" y="5659"/>
                      <a:pt x="7289" y="3640"/>
                    </a:cubicBezTo>
                    <a:cubicBezTo>
                      <a:pt x="7289" y="1630"/>
                      <a:pt x="5641" y="0"/>
                      <a:pt x="3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3248810" y="1787984"/>
                <a:ext cx="82633" cy="401823"/>
              </a:xfrm>
              <a:custGeom>
                <a:avLst/>
                <a:gdLst/>
                <a:ahLst/>
                <a:cxnLst/>
                <a:rect l="l" t="t" r="r" b="b"/>
                <a:pathLst>
                  <a:path w="1151" h="5597" extrusionOk="0">
                    <a:moveTo>
                      <a:pt x="807" y="345"/>
                    </a:moveTo>
                    <a:lnTo>
                      <a:pt x="807" y="5252"/>
                    </a:lnTo>
                    <a:lnTo>
                      <a:pt x="345" y="5252"/>
                    </a:lnTo>
                    <a:lnTo>
                      <a:pt x="345" y="345"/>
                    </a:lnTo>
                    <a:close/>
                    <a:moveTo>
                      <a:pt x="1" y="1"/>
                    </a:moveTo>
                    <a:lnTo>
                      <a:pt x="1" y="5596"/>
                    </a:lnTo>
                    <a:lnTo>
                      <a:pt x="1151" y="5596"/>
                    </a:lnTo>
                    <a:lnTo>
                      <a:pt x="11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3087635" y="1303092"/>
                <a:ext cx="406346" cy="406346"/>
              </a:xfrm>
              <a:custGeom>
                <a:avLst/>
                <a:gdLst/>
                <a:ahLst/>
                <a:cxnLst/>
                <a:rect l="l" t="t" r="r" b="b"/>
                <a:pathLst>
                  <a:path w="5660" h="5660" extrusionOk="0">
                    <a:moveTo>
                      <a:pt x="2825" y="0"/>
                    </a:moveTo>
                    <a:cubicBezTo>
                      <a:pt x="1259" y="0"/>
                      <a:pt x="0" y="1268"/>
                      <a:pt x="0" y="2825"/>
                    </a:cubicBezTo>
                    <a:cubicBezTo>
                      <a:pt x="0" y="4392"/>
                      <a:pt x="1259" y="5659"/>
                      <a:pt x="2825" y="5659"/>
                    </a:cubicBezTo>
                    <a:cubicBezTo>
                      <a:pt x="4392" y="5659"/>
                      <a:pt x="5659" y="4392"/>
                      <a:pt x="5659" y="2825"/>
                    </a:cubicBezTo>
                    <a:cubicBezTo>
                      <a:pt x="5659" y="1268"/>
                      <a:pt x="4392" y="0"/>
                      <a:pt x="28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4" name="Google Shape;494;p9"/>
            <p:cNvSpPr/>
            <p:nvPr/>
          </p:nvSpPr>
          <p:spPr>
            <a:xfrm>
              <a:off x="312473" y="85604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5" name="Google Shape;495;p9"/>
            <p:cNvGrpSpPr/>
            <p:nvPr/>
          </p:nvGrpSpPr>
          <p:grpSpPr>
            <a:xfrm>
              <a:off x="6823621" y="4630921"/>
              <a:ext cx="134611" cy="132026"/>
              <a:chOff x="3025300" y="2552125"/>
              <a:chExt cx="46875" cy="45975"/>
            </a:xfrm>
          </p:grpSpPr>
          <p:sp>
            <p:nvSpPr>
              <p:cNvPr id="496" name="Google Shape;496;p9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8" name="Google Shape;498;p9"/>
            <p:cNvSpPr/>
            <p:nvPr/>
          </p:nvSpPr>
          <p:spPr>
            <a:xfrm>
              <a:off x="713237" y="289807"/>
              <a:ext cx="250987" cy="261253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 rot="-1493507" flipH="1">
              <a:off x="8802535" y="3782123"/>
              <a:ext cx="171582" cy="171151"/>
            </a:xfrm>
            <a:custGeom>
              <a:avLst/>
              <a:gdLst/>
              <a:ahLst/>
              <a:cxnLst/>
              <a:rect l="l" t="t" r="r" b="b"/>
              <a:pathLst>
                <a:path w="2390" h="2384" extrusionOk="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8266486" y="4631250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1" name="Google Shape;501;p9"/>
            <p:cNvGrpSpPr/>
            <p:nvPr/>
          </p:nvGrpSpPr>
          <p:grpSpPr>
            <a:xfrm flipH="1">
              <a:off x="7008443" y="4603989"/>
              <a:ext cx="513604" cy="447124"/>
              <a:chOff x="1742100" y="2304325"/>
              <a:chExt cx="178850" cy="155700"/>
            </a:xfrm>
          </p:grpSpPr>
          <p:sp>
            <p:nvSpPr>
              <p:cNvPr id="502" name="Google Shape;502;p9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6" name="Google Shape;506;p9"/>
            <p:cNvGrpSpPr/>
            <p:nvPr/>
          </p:nvGrpSpPr>
          <p:grpSpPr>
            <a:xfrm>
              <a:off x="8549071" y="4100096"/>
              <a:ext cx="501255" cy="279632"/>
              <a:chOff x="-4005891" y="3135183"/>
              <a:chExt cx="501255" cy="279632"/>
            </a:xfrm>
          </p:grpSpPr>
          <p:sp>
            <p:nvSpPr>
              <p:cNvPr id="507" name="Google Shape;507;p9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avLst/>
                <a:gdLst/>
                <a:ahLst/>
                <a:cxnLst/>
                <a:rect l="l" t="t" r="r" b="b"/>
                <a:pathLst>
                  <a:path w="1975" h="2427" extrusionOk="0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avLst/>
                <a:gdLst/>
                <a:ahLst/>
                <a:cxnLst/>
                <a:rect l="l" t="t" r="r" b="b"/>
                <a:pathLst>
                  <a:path w="6982" h="3895" extrusionOk="0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9" name="Google Shape;509;p9"/>
            <p:cNvSpPr/>
            <p:nvPr/>
          </p:nvSpPr>
          <p:spPr>
            <a:xfrm rot="10800000">
              <a:off x="1429698" y="4672323"/>
              <a:ext cx="1384662" cy="1345679"/>
            </a:xfrm>
            <a:custGeom>
              <a:avLst/>
              <a:gdLst/>
              <a:ahLst/>
              <a:cxnLst/>
              <a:rect l="l" t="t" r="r" b="b"/>
              <a:pathLst>
                <a:path w="19287" h="18744" extrusionOk="0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14"/>
          <p:cNvGrpSpPr/>
          <p:nvPr/>
        </p:nvGrpSpPr>
        <p:grpSpPr>
          <a:xfrm>
            <a:off x="-365923" y="148375"/>
            <a:ext cx="9420898" cy="4887790"/>
            <a:chOff x="-365923" y="148375"/>
            <a:chExt cx="9420898" cy="4887790"/>
          </a:xfrm>
        </p:grpSpPr>
        <p:grpSp>
          <p:nvGrpSpPr>
            <p:cNvPr id="669" name="Google Shape;669;p14"/>
            <p:cNvGrpSpPr/>
            <p:nvPr/>
          </p:nvGrpSpPr>
          <p:grpSpPr>
            <a:xfrm rot="-260152">
              <a:off x="186603" y="4617923"/>
              <a:ext cx="383573" cy="404320"/>
              <a:chOff x="-2372955" y="2144257"/>
              <a:chExt cx="383587" cy="404335"/>
            </a:xfrm>
          </p:grpSpPr>
          <p:sp>
            <p:nvSpPr>
              <p:cNvPr id="670" name="Google Shape;670;p14"/>
              <p:cNvSpPr/>
              <p:nvPr/>
            </p:nvSpPr>
            <p:spPr>
              <a:xfrm>
                <a:off x="-2364484" y="2151508"/>
                <a:ext cx="368654" cy="389331"/>
              </a:xfrm>
              <a:custGeom>
                <a:avLst/>
                <a:gdLst/>
                <a:ahLst/>
                <a:cxnLst/>
                <a:rect l="l" t="t" r="r" b="b"/>
                <a:pathLst>
                  <a:path w="5135" h="5423" extrusionOk="0">
                    <a:moveTo>
                      <a:pt x="2542" y="1"/>
                    </a:moveTo>
                    <a:cubicBezTo>
                      <a:pt x="1272" y="1"/>
                      <a:pt x="204" y="974"/>
                      <a:pt x="100" y="2253"/>
                    </a:cubicBezTo>
                    <a:cubicBezTo>
                      <a:pt x="1" y="3602"/>
                      <a:pt x="1006" y="4761"/>
                      <a:pt x="2337" y="4879"/>
                    </a:cubicBezTo>
                    <a:cubicBezTo>
                      <a:pt x="2409" y="4886"/>
                      <a:pt x="2480" y="4889"/>
                      <a:pt x="2551" y="4889"/>
                    </a:cubicBezTo>
                    <a:cubicBezTo>
                      <a:pt x="2853" y="4889"/>
                      <a:pt x="3139" y="4829"/>
                      <a:pt x="3396" y="4734"/>
                    </a:cubicBezTo>
                    <a:lnTo>
                      <a:pt x="5134" y="5422"/>
                    </a:lnTo>
                    <a:lnTo>
                      <a:pt x="4528" y="3856"/>
                    </a:lnTo>
                    <a:cubicBezTo>
                      <a:pt x="4772" y="3512"/>
                      <a:pt x="4935" y="3086"/>
                      <a:pt x="4962" y="2633"/>
                    </a:cubicBezTo>
                    <a:cubicBezTo>
                      <a:pt x="5071" y="1293"/>
                      <a:pt x="4057" y="125"/>
                      <a:pt x="2726" y="8"/>
                    </a:cubicBezTo>
                    <a:cubicBezTo>
                      <a:pt x="2664" y="3"/>
                      <a:pt x="2603" y="1"/>
                      <a:pt x="25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14"/>
              <p:cNvSpPr/>
              <p:nvPr/>
            </p:nvSpPr>
            <p:spPr>
              <a:xfrm>
                <a:off x="-2320905" y="2289567"/>
                <a:ext cx="48173" cy="44799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24" extrusionOk="0">
                    <a:moveTo>
                      <a:pt x="320" y="1"/>
                    </a:moveTo>
                    <a:cubicBezTo>
                      <a:pt x="172" y="1"/>
                      <a:pt x="36" y="128"/>
                      <a:pt x="27" y="285"/>
                    </a:cubicBezTo>
                    <a:cubicBezTo>
                      <a:pt x="0" y="457"/>
                      <a:pt x="136" y="611"/>
                      <a:pt x="308" y="620"/>
                    </a:cubicBezTo>
                    <a:cubicBezTo>
                      <a:pt x="323" y="622"/>
                      <a:pt x="338" y="623"/>
                      <a:pt x="352" y="623"/>
                    </a:cubicBezTo>
                    <a:cubicBezTo>
                      <a:pt x="506" y="623"/>
                      <a:pt x="636" y="496"/>
                      <a:pt x="652" y="339"/>
                    </a:cubicBezTo>
                    <a:cubicBezTo>
                      <a:pt x="670" y="158"/>
                      <a:pt x="534" y="13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14"/>
              <p:cNvSpPr/>
              <p:nvPr/>
            </p:nvSpPr>
            <p:spPr>
              <a:xfrm>
                <a:off x="-2246814" y="2294879"/>
                <a:ext cx="47527" cy="453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1" extrusionOk="0">
                    <a:moveTo>
                      <a:pt x="332" y="1"/>
                    </a:moveTo>
                    <a:cubicBezTo>
                      <a:pt x="173" y="1"/>
                      <a:pt x="36" y="131"/>
                      <a:pt x="28" y="292"/>
                    </a:cubicBezTo>
                    <a:cubicBezTo>
                      <a:pt x="0" y="455"/>
                      <a:pt x="136" y="618"/>
                      <a:pt x="308" y="627"/>
                    </a:cubicBezTo>
                    <a:cubicBezTo>
                      <a:pt x="323" y="630"/>
                      <a:pt x="338" y="631"/>
                      <a:pt x="352" y="631"/>
                    </a:cubicBezTo>
                    <a:cubicBezTo>
                      <a:pt x="506" y="631"/>
                      <a:pt x="635" y="504"/>
                      <a:pt x="643" y="347"/>
                    </a:cubicBezTo>
                    <a:cubicBezTo>
                      <a:pt x="661" y="166"/>
                      <a:pt x="535" y="21"/>
                      <a:pt x="363" y="3"/>
                    </a:cubicBezTo>
                    <a:cubicBezTo>
                      <a:pt x="352" y="2"/>
                      <a:pt x="342" y="1"/>
                      <a:pt x="3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-2172724" y="2300623"/>
                <a:ext cx="46881" cy="4530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31" extrusionOk="0">
                    <a:moveTo>
                      <a:pt x="321" y="1"/>
                    </a:moveTo>
                    <a:cubicBezTo>
                      <a:pt x="166" y="1"/>
                      <a:pt x="35" y="135"/>
                      <a:pt x="19" y="285"/>
                    </a:cubicBezTo>
                    <a:cubicBezTo>
                      <a:pt x="1" y="457"/>
                      <a:pt x="136" y="620"/>
                      <a:pt x="308" y="629"/>
                    </a:cubicBezTo>
                    <a:cubicBezTo>
                      <a:pt x="318" y="630"/>
                      <a:pt x="328" y="630"/>
                      <a:pt x="338" y="630"/>
                    </a:cubicBezTo>
                    <a:cubicBezTo>
                      <a:pt x="491" y="630"/>
                      <a:pt x="635" y="501"/>
                      <a:pt x="643" y="348"/>
                    </a:cubicBezTo>
                    <a:cubicBezTo>
                      <a:pt x="653" y="167"/>
                      <a:pt x="535" y="13"/>
                      <a:pt x="363" y="4"/>
                    </a:cubicBezTo>
                    <a:cubicBezTo>
                      <a:pt x="349" y="2"/>
                      <a:pt x="335" y="1"/>
                      <a:pt x="3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-2099279" y="2306510"/>
                <a:ext cx="47527" cy="4522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0" extrusionOk="0">
                    <a:moveTo>
                      <a:pt x="321" y="0"/>
                    </a:moveTo>
                    <a:cubicBezTo>
                      <a:pt x="173" y="0"/>
                      <a:pt x="36" y="127"/>
                      <a:pt x="28" y="284"/>
                    </a:cubicBezTo>
                    <a:cubicBezTo>
                      <a:pt x="1" y="456"/>
                      <a:pt x="137" y="610"/>
                      <a:pt x="309" y="628"/>
                    </a:cubicBezTo>
                    <a:cubicBezTo>
                      <a:pt x="319" y="629"/>
                      <a:pt x="329" y="630"/>
                      <a:pt x="339" y="630"/>
                    </a:cubicBezTo>
                    <a:cubicBezTo>
                      <a:pt x="499" y="630"/>
                      <a:pt x="636" y="500"/>
                      <a:pt x="653" y="339"/>
                    </a:cubicBezTo>
                    <a:cubicBezTo>
                      <a:pt x="662" y="176"/>
                      <a:pt x="526" y="13"/>
                      <a:pt x="363" y="4"/>
                    </a:cubicBezTo>
                    <a:cubicBezTo>
                      <a:pt x="349" y="1"/>
                      <a:pt x="335" y="0"/>
                      <a:pt x="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-2110982" y="2164144"/>
                <a:ext cx="27425" cy="20461"/>
              </a:xfrm>
              <a:custGeom>
                <a:avLst/>
                <a:gdLst/>
                <a:ahLst/>
                <a:cxnLst/>
                <a:rect l="l" t="t" r="r" b="b"/>
                <a:pathLst>
                  <a:path w="382" h="285" extrusionOk="0">
                    <a:moveTo>
                      <a:pt x="124" y="0"/>
                    </a:moveTo>
                    <a:cubicBezTo>
                      <a:pt x="84" y="0"/>
                      <a:pt x="49" y="20"/>
                      <a:pt x="37" y="58"/>
                    </a:cubicBezTo>
                    <a:cubicBezTo>
                      <a:pt x="1" y="121"/>
                      <a:pt x="19" y="185"/>
                      <a:pt x="73" y="212"/>
                    </a:cubicBezTo>
                    <a:cubicBezTo>
                      <a:pt x="118" y="230"/>
                      <a:pt x="155" y="257"/>
                      <a:pt x="200" y="275"/>
                    </a:cubicBezTo>
                    <a:cubicBezTo>
                      <a:pt x="227" y="284"/>
                      <a:pt x="236" y="284"/>
                      <a:pt x="263" y="284"/>
                    </a:cubicBezTo>
                    <a:cubicBezTo>
                      <a:pt x="300" y="284"/>
                      <a:pt x="336" y="266"/>
                      <a:pt x="345" y="239"/>
                    </a:cubicBezTo>
                    <a:cubicBezTo>
                      <a:pt x="381" y="194"/>
                      <a:pt x="372" y="130"/>
                      <a:pt x="318" y="94"/>
                    </a:cubicBezTo>
                    <a:cubicBezTo>
                      <a:pt x="272" y="58"/>
                      <a:pt x="227" y="40"/>
                      <a:pt x="182" y="13"/>
                    </a:cubicBezTo>
                    <a:cubicBezTo>
                      <a:pt x="162" y="4"/>
                      <a:pt x="143" y="0"/>
                      <a:pt x="1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-2372955" y="2144257"/>
                <a:ext cx="383587" cy="404335"/>
              </a:xfrm>
              <a:custGeom>
                <a:avLst/>
                <a:gdLst/>
                <a:ahLst/>
                <a:cxnLst/>
                <a:rect l="l" t="t" r="r" b="b"/>
                <a:pathLst>
                  <a:path w="5343" h="5632" extrusionOk="0">
                    <a:moveTo>
                      <a:pt x="2640" y="0"/>
                    </a:moveTo>
                    <a:cubicBezTo>
                      <a:pt x="1328" y="0"/>
                      <a:pt x="222" y="1022"/>
                      <a:pt x="119" y="2354"/>
                    </a:cubicBezTo>
                    <a:cubicBezTo>
                      <a:pt x="1" y="3758"/>
                      <a:pt x="1060" y="4980"/>
                      <a:pt x="2464" y="5089"/>
                    </a:cubicBezTo>
                    <a:cubicBezTo>
                      <a:pt x="2529" y="5094"/>
                      <a:pt x="2595" y="5096"/>
                      <a:pt x="2661" y="5096"/>
                    </a:cubicBezTo>
                    <a:cubicBezTo>
                      <a:pt x="2953" y="5096"/>
                      <a:pt x="3250" y="5047"/>
                      <a:pt x="3523" y="4944"/>
                    </a:cubicBezTo>
                    <a:lnTo>
                      <a:pt x="5207" y="5623"/>
                    </a:lnTo>
                    <a:cubicBezTo>
                      <a:pt x="5234" y="5632"/>
                      <a:pt x="5243" y="5632"/>
                      <a:pt x="5252" y="5632"/>
                    </a:cubicBezTo>
                    <a:cubicBezTo>
                      <a:pt x="5289" y="5632"/>
                      <a:pt x="5307" y="5623"/>
                      <a:pt x="5307" y="5605"/>
                    </a:cubicBezTo>
                    <a:cubicBezTo>
                      <a:pt x="5343" y="5578"/>
                      <a:pt x="5343" y="5532"/>
                      <a:pt x="5334" y="5487"/>
                    </a:cubicBezTo>
                    <a:lnTo>
                      <a:pt x="4745" y="3984"/>
                    </a:lnTo>
                    <a:cubicBezTo>
                      <a:pt x="4990" y="3622"/>
                      <a:pt x="5144" y="3187"/>
                      <a:pt x="5171" y="2743"/>
                    </a:cubicBezTo>
                    <a:cubicBezTo>
                      <a:pt x="5234" y="1992"/>
                      <a:pt x="4963" y="1268"/>
                      <a:pt x="4428" y="733"/>
                    </a:cubicBezTo>
                    <a:cubicBezTo>
                      <a:pt x="4410" y="711"/>
                      <a:pt x="4385" y="699"/>
                      <a:pt x="4359" y="699"/>
                    </a:cubicBezTo>
                    <a:cubicBezTo>
                      <a:pt x="4333" y="699"/>
                      <a:pt x="4306" y="711"/>
                      <a:pt x="4284" y="733"/>
                    </a:cubicBezTo>
                    <a:cubicBezTo>
                      <a:pt x="4238" y="770"/>
                      <a:pt x="4238" y="833"/>
                      <a:pt x="4284" y="878"/>
                    </a:cubicBezTo>
                    <a:cubicBezTo>
                      <a:pt x="4782" y="1358"/>
                      <a:pt x="5026" y="2019"/>
                      <a:pt x="4972" y="2716"/>
                    </a:cubicBezTo>
                    <a:cubicBezTo>
                      <a:pt x="4935" y="3142"/>
                      <a:pt x="4791" y="3549"/>
                      <a:pt x="4546" y="3893"/>
                    </a:cubicBezTo>
                    <a:cubicBezTo>
                      <a:pt x="4519" y="3921"/>
                      <a:pt x="4519" y="3957"/>
                      <a:pt x="4528" y="3993"/>
                    </a:cubicBezTo>
                    <a:lnTo>
                      <a:pt x="5053" y="5315"/>
                    </a:lnTo>
                    <a:lnTo>
                      <a:pt x="3559" y="4717"/>
                    </a:lnTo>
                    <a:cubicBezTo>
                      <a:pt x="3546" y="4713"/>
                      <a:pt x="3530" y="4711"/>
                      <a:pt x="3515" y="4711"/>
                    </a:cubicBezTo>
                    <a:cubicBezTo>
                      <a:pt x="3500" y="4711"/>
                      <a:pt x="3487" y="4713"/>
                      <a:pt x="3478" y="4717"/>
                    </a:cubicBezTo>
                    <a:cubicBezTo>
                      <a:pt x="3220" y="4821"/>
                      <a:pt x="2943" y="4870"/>
                      <a:pt x="2664" y="4870"/>
                    </a:cubicBezTo>
                    <a:cubicBezTo>
                      <a:pt x="2600" y="4870"/>
                      <a:pt x="2536" y="4867"/>
                      <a:pt x="2473" y="4862"/>
                    </a:cubicBezTo>
                    <a:cubicBezTo>
                      <a:pt x="1196" y="4772"/>
                      <a:pt x="227" y="3640"/>
                      <a:pt x="327" y="2363"/>
                    </a:cubicBezTo>
                    <a:cubicBezTo>
                      <a:pt x="421" y="1152"/>
                      <a:pt x="1445" y="218"/>
                      <a:pt x="2639" y="218"/>
                    </a:cubicBezTo>
                    <a:cubicBezTo>
                      <a:pt x="2704" y="218"/>
                      <a:pt x="2769" y="221"/>
                      <a:pt x="2835" y="226"/>
                    </a:cubicBezTo>
                    <a:cubicBezTo>
                      <a:pt x="3016" y="235"/>
                      <a:pt x="3188" y="272"/>
                      <a:pt x="3351" y="326"/>
                    </a:cubicBezTo>
                    <a:cubicBezTo>
                      <a:pt x="3364" y="330"/>
                      <a:pt x="3376" y="331"/>
                      <a:pt x="3388" y="331"/>
                    </a:cubicBezTo>
                    <a:cubicBezTo>
                      <a:pt x="3435" y="331"/>
                      <a:pt x="3472" y="304"/>
                      <a:pt x="3487" y="254"/>
                    </a:cubicBezTo>
                    <a:cubicBezTo>
                      <a:pt x="3514" y="199"/>
                      <a:pt x="3478" y="145"/>
                      <a:pt x="3423" y="118"/>
                    </a:cubicBezTo>
                    <a:cubicBezTo>
                      <a:pt x="3242" y="63"/>
                      <a:pt x="3052" y="18"/>
                      <a:pt x="2853" y="9"/>
                    </a:cubicBezTo>
                    <a:cubicBezTo>
                      <a:pt x="2782" y="3"/>
                      <a:pt x="2711" y="0"/>
                      <a:pt x="2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7" name="Google Shape;677;p14"/>
            <p:cNvGrpSpPr/>
            <p:nvPr/>
          </p:nvGrpSpPr>
          <p:grpSpPr>
            <a:xfrm>
              <a:off x="8553704" y="781589"/>
              <a:ext cx="501270" cy="484683"/>
              <a:chOff x="916175" y="3765900"/>
              <a:chExt cx="206250" cy="199425"/>
            </a:xfrm>
          </p:grpSpPr>
          <p:sp>
            <p:nvSpPr>
              <p:cNvPr id="678" name="Google Shape;678;p14"/>
              <p:cNvSpPr/>
              <p:nvPr/>
            </p:nvSpPr>
            <p:spPr>
              <a:xfrm>
                <a:off x="1008750" y="3852575"/>
                <a:ext cx="113675" cy="112750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4510" extrusionOk="0">
                    <a:moveTo>
                      <a:pt x="535" y="1"/>
                    </a:moveTo>
                    <a:cubicBezTo>
                      <a:pt x="408" y="1"/>
                      <a:pt x="291" y="55"/>
                      <a:pt x="191" y="146"/>
                    </a:cubicBezTo>
                    <a:cubicBezTo>
                      <a:pt x="1" y="345"/>
                      <a:pt x="1" y="644"/>
                      <a:pt x="191" y="843"/>
                    </a:cubicBezTo>
                    <a:lnTo>
                      <a:pt x="3713" y="4356"/>
                    </a:lnTo>
                    <a:cubicBezTo>
                      <a:pt x="3804" y="4465"/>
                      <a:pt x="3930" y="4510"/>
                      <a:pt x="4057" y="4510"/>
                    </a:cubicBezTo>
                    <a:cubicBezTo>
                      <a:pt x="4184" y="4510"/>
                      <a:pt x="4302" y="4465"/>
                      <a:pt x="4392" y="4374"/>
                    </a:cubicBezTo>
                    <a:cubicBezTo>
                      <a:pt x="4501" y="4284"/>
                      <a:pt x="4546" y="4157"/>
                      <a:pt x="4546" y="4030"/>
                    </a:cubicBezTo>
                    <a:cubicBezTo>
                      <a:pt x="4546" y="3903"/>
                      <a:pt x="4483" y="3786"/>
                      <a:pt x="4392" y="3695"/>
                    </a:cubicBezTo>
                    <a:lnTo>
                      <a:pt x="3079" y="2382"/>
                    </a:lnTo>
                    <a:cubicBezTo>
                      <a:pt x="3066" y="2361"/>
                      <a:pt x="3044" y="2351"/>
                      <a:pt x="3018" y="2351"/>
                    </a:cubicBezTo>
                    <a:cubicBezTo>
                      <a:pt x="2990" y="2351"/>
                      <a:pt x="2958" y="2363"/>
                      <a:pt x="2934" y="2382"/>
                    </a:cubicBezTo>
                    <a:cubicBezTo>
                      <a:pt x="2889" y="2409"/>
                      <a:pt x="2889" y="2482"/>
                      <a:pt x="2934" y="2527"/>
                    </a:cubicBezTo>
                    <a:lnTo>
                      <a:pt x="4247" y="3813"/>
                    </a:lnTo>
                    <a:cubicBezTo>
                      <a:pt x="4302" y="3867"/>
                      <a:pt x="4329" y="3940"/>
                      <a:pt x="4329" y="4003"/>
                    </a:cubicBezTo>
                    <a:cubicBezTo>
                      <a:pt x="4329" y="4084"/>
                      <a:pt x="4293" y="4157"/>
                      <a:pt x="4247" y="4202"/>
                    </a:cubicBezTo>
                    <a:cubicBezTo>
                      <a:pt x="4193" y="4252"/>
                      <a:pt x="4123" y="4277"/>
                      <a:pt x="4054" y="4277"/>
                    </a:cubicBezTo>
                    <a:cubicBezTo>
                      <a:pt x="3985" y="4277"/>
                      <a:pt x="3917" y="4252"/>
                      <a:pt x="3867" y="4202"/>
                    </a:cubicBezTo>
                    <a:lnTo>
                      <a:pt x="345" y="680"/>
                    </a:lnTo>
                    <a:cubicBezTo>
                      <a:pt x="245" y="562"/>
                      <a:pt x="245" y="399"/>
                      <a:pt x="345" y="291"/>
                    </a:cubicBezTo>
                    <a:cubicBezTo>
                      <a:pt x="395" y="241"/>
                      <a:pt x="465" y="216"/>
                      <a:pt x="535" y="216"/>
                    </a:cubicBezTo>
                    <a:cubicBezTo>
                      <a:pt x="605" y="216"/>
                      <a:pt x="675" y="241"/>
                      <a:pt x="725" y="291"/>
                    </a:cubicBezTo>
                    <a:lnTo>
                      <a:pt x="2047" y="1622"/>
                    </a:lnTo>
                    <a:cubicBezTo>
                      <a:pt x="2063" y="1642"/>
                      <a:pt x="2086" y="1649"/>
                      <a:pt x="2111" y="1649"/>
                    </a:cubicBezTo>
                    <a:cubicBezTo>
                      <a:pt x="2142" y="1649"/>
                      <a:pt x="2176" y="1637"/>
                      <a:pt x="2201" y="1622"/>
                    </a:cubicBezTo>
                    <a:cubicBezTo>
                      <a:pt x="2246" y="1585"/>
                      <a:pt x="2246" y="1522"/>
                      <a:pt x="2201" y="1477"/>
                    </a:cubicBezTo>
                    <a:lnTo>
                      <a:pt x="870" y="146"/>
                    </a:lnTo>
                    <a:cubicBezTo>
                      <a:pt x="779" y="46"/>
                      <a:pt x="662" y="1"/>
                      <a:pt x="5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1068525" y="3898525"/>
                <a:ext cx="8625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18" extrusionOk="0">
                    <a:moveTo>
                      <a:pt x="134" y="0"/>
                    </a:moveTo>
                    <a:cubicBezTo>
                      <a:pt x="105" y="0"/>
                      <a:pt x="71" y="13"/>
                      <a:pt x="45" y="28"/>
                    </a:cubicBezTo>
                    <a:cubicBezTo>
                      <a:pt x="0" y="64"/>
                      <a:pt x="0" y="137"/>
                      <a:pt x="45" y="182"/>
                    </a:cubicBezTo>
                    <a:lnTo>
                      <a:pt x="145" y="282"/>
                    </a:lnTo>
                    <a:cubicBezTo>
                      <a:pt x="172" y="300"/>
                      <a:pt x="208" y="318"/>
                      <a:pt x="227" y="318"/>
                    </a:cubicBezTo>
                    <a:cubicBezTo>
                      <a:pt x="254" y="318"/>
                      <a:pt x="281" y="318"/>
                      <a:pt x="299" y="282"/>
                    </a:cubicBezTo>
                    <a:cubicBezTo>
                      <a:pt x="344" y="245"/>
                      <a:pt x="344" y="182"/>
                      <a:pt x="299" y="137"/>
                    </a:cubicBezTo>
                    <a:lnTo>
                      <a:pt x="190" y="28"/>
                    </a:lnTo>
                    <a:cubicBezTo>
                      <a:pt x="178" y="8"/>
                      <a:pt x="158" y="0"/>
                      <a:pt x="1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926250" y="3769146"/>
                <a:ext cx="133571" cy="13360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3940" extrusionOk="0">
                    <a:moveTo>
                      <a:pt x="1965" y="1"/>
                    </a:moveTo>
                    <a:cubicBezTo>
                      <a:pt x="878" y="1"/>
                      <a:pt x="0" y="879"/>
                      <a:pt x="0" y="1966"/>
                    </a:cubicBezTo>
                    <a:cubicBezTo>
                      <a:pt x="0" y="3052"/>
                      <a:pt x="878" y="3940"/>
                      <a:pt x="1965" y="3940"/>
                    </a:cubicBezTo>
                    <a:cubicBezTo>
                      <a:pt x="3052" y="3940"/>
                      <a:pt x="3939" y="3052"/>
                      <a:pt x="3939" y="1966"/>
                    </a:cubicBezTo>
                    <a:cubicBezTo>
                      <a:pt x="3939" y="879"/>
                      <a:pt x="3052" y="1"/>
                      <a:pt x="1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916175" y="3785575"/>
                <a:ext cx="153275" cy="120225"/>
              </a:xfrm>
              <a:custGeom>
                <a:avLst/>
                <a:gdLst/>
                <a:ahLst/>
                <a:cxnLst/>
                <a:rect l="l" t="t" r="r" b="b"/>
                <a:pathLst>
                  <a:path w="6131" h="4809" extrusionOk="0">
                    <a:moveTo>
                      <a:pt x="1172" y="1"/>
                    </a:moveTo>
                    <a:cubicBezTo>
                      <a:pt x="1146" y="1"/>
                      <a:pt x="1119" y="10"/>
                      <a:pt x="1096" y="28"/>
                    </a:cubicBezTo>
                    <a:cubicBezTo>
                      <a:pt x="1" y="1133"/>
                      <a:pt x="1" y="2907"/>
                      <a:pt x="1096" y="3994"/>
                    </a:cubicBezTo>
                    <a:cubicBezTo>
                      <a:pt x="1639" y="4537"/>
                      <a:pt x="2364" y="4809"/>
                      <a:pt x="3070" y="4809"/>
                    </a:cubicBezTo>
                    <a:cubicBezTo>
                      <a:pt x="3785" y="4809"/>
                      <a:pt x="4501" y="4537"/>
                      <a:pt x="5044" y="3994"/>
                    </a:cubicBezTo>
                    <a:cubicBezTo>
                      <a:pt x="6130" y="2898"/>
                      <a:pt x="6130" y="1123"/>
                      <a:pt x="5044" y="28"/>
                    </a:cubicBezTo>
                    <a:cubicBezTo>
                      <a:pt x="5027" y="11"/>
                      <a:pt x="5004" y="4"/>
                      <a:pt x="4980" y="4"/>
                    </a:cubicBezTo>
                    <a:cubicBezTo>
                      <a:pt x="4953" y="4"/>
                      <a:pt x="4923" y="13"/>
                      <a:pt x="4899" y="28"/>
                    </a:cubicBezTo>
                    <a:cubicBezTo>
                      <a:pt x="4854" y="64"/>
                      <a:pt x="4854" y="137"/>
                      <a:pt x="4899" y="182"/>
                    </a:cubicBezTo>
                    <a:cubicBezTo>
                      <a:pt x="5904" y="1187"/>
                      <a:pt x="5904" y="2826"/>
                      <a:pt x="4899" y="3831"/>
                    </a:cubicBezTo>
                    <a:cubicBezTo>
                      <a:pt x="4392" y="4338"/>
                      <a:pt x="3729" y="4591"/>
                      <a:pt x="3067" y="4591"/>
                    </a:cubicBezTo>
                    <a:cubicBezTo>
                      <a:pt x="2404" y="4591"/>
                      <a:pt x="1744" y="4338"/>
                      <a:pt x="1241" y="3831"/>
                    </a:cubicBezTo>
                    <a:cubicBezTo>
                      <a:pt x="236" y="2826"/>
                      <a:pt x="236" y="1187"/>
                      <a:pt x="1241" y="182"/>
                    </a:cubicBezTo>
                    <a:cubicBezTo>
                      <a:pt x="1286" y="146"/>
                      <a:pt x="1277" y="73"/>
                      <a:pt x="1241" y="28"/>
                    </a:cubicBezTo>
                    <a:cubicBezTo>
                      <a:pt x="1223" y="10"/>
                      <a:pt x="1198" y="1"/>
                      <a:pt x="11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970725" y="3765900"/>
                <a:ext cx="65000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743" extrusionOk="0">
                    <a:moveTo>
                      <a:pt x="875" y="0"/>
                    </a:moveTo>
                    <a:cubicBezTo>
                      <a:pt x="606" y="0"/>
                      <a:pt x="336" y="39"/>
                      <a:pt x="73" y="118"/>
                    </a:cubicBezTo>
                    <a:cubicBezTo>
                      <a:pt x="19" y="136"/>
                      <a:pt x="1" y="199"/>
                      <a:pt x="10" y="253"/>
                    </a:cubicBezTo>
                    <a:cubicBezTo>
                      <a:pt x="26" y="301"/>
                      <a:pt x="76" y="328"/>
                      <a:pt x="124" y="328"/>
                    </a:cubicBezTo>
                    <a:cubicBezTo>
                      <a:pt x="132" y="328"/>
                      <a:pt x="139" y="327"/>
                      <a:pt x="146" y="326"/>
                    </a:cubicBezTo>
                    <a:cubicBezTo>
                      <a:pt x="388" y="250"/>
                      <a:pt x="638" y="213"/>
                      <a:pt x="887" y="213"/>
                    </a:cubicBezTo>
                    <a:cubicBezTo>
                      <a:pt x="1435" y="213"/>
                      <a:pt x="1976" y="391"/>
                      <a:pt x="2418" y="715"/>
                    </a:cubicBezTo>
                    <a:cubicBezTo>
                      <a:pt x="2445" y="733"/>
                      <a:pt x="2463" y="742"/>
                      <a:pt x="2491" y="742"/>
                    </a:cubicBezTo>
                    <a:cubicBezTo>
                      <a:pt x="2518" y="742"/>
                      <a:pt x="2554" y="733"/>
                      <a:pt x="2563" y="697"/>
                    </a:cubicBezTo>
                    <a:cubicBezTo>
                      <a:pt x="2599" y="652"/>
                      <a:pt x="2590" y="579"/>
                      <a:pt x="2545" y="543"/>
                    </a:cubicBezTo>
                    <a:cubicBezTo>
                      <a:pt x="2059" y="188"/>
                      <a:pt x="1470" y="0"/>
                      <a:pt x="8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952175" y="3774975"/>
                <a:ext cx="1110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326" extrusionOk="0">
                    <a:moveTo>
                      <a:pt x="315" y="1"/>
                    </a:moveTo>
                    <a:cubicBezTo>
                      <a:pt x="298" y="1"/>
                      <a:pt x="280" y="6"/>
                      <a:pt x="263" y="17"/>
                    </a:cubicBezTo>
                    <a:cubicBezTo>
                      <a:pt x="199" y="53"/>
                      <a:pt x="127" y="81"/>
                      <a:pt x="73" y="126"/>
                    </a:cubicBezTo>
                    <a:cubicBezTo>
                      <a:pt x="18" y="162"/>
                      <a:pt x="0" y="235"/>
                      <a:pt x="36" y="280"/>
                    </a:cubicBezTo>
                    <a:cubicBezTo>
                      <a:pt x="64" y="307"/>
                      <a:pt x="91" y="325"/>
                      <a:pt x="127" y="325"/>
                    </a:cubicBezTo>
                    <a:cubicBezTo>
                      <a:pt x="145" y="325"/>
                      <a:pt x="155" y="317"/>
                      <a:pt x="171" y="317"/>
                    </a:cubicBezTo>
                    <a:cubicBezTo>
                      <a:pt x="178" y="317"/>
                      <a:pt x="187" y="319"/>
                      <a:pt x="199" y="325"/>
                    </a:cubicBezTo>
                    <a:cubicBezTo>
                      <a:pt x="254" y="280"/>
                      <a:pt x="308" y="244"/>
                      <a:pt x="362" y="207"/>
                    </a:cubicBezTo>
                    <a:cubicBezTo>
                      <a:pt x="426" y="171"/>
                      <a:pt x="444" y="117"/>
                      <a:pt x="408" y="63"/>
                    </a:cubicBezTo>
                    <a:cubicBezTo>
                      <a:pt x="389" y="25"/>
                      <a:pt x="353" y="1"/>
                      <a:pt x="3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4" name="Google Shape;684;p14"/>
            <p:cNvGrpSpPr/>
            <p:nvPr/>
          </p:nvGrpSpPr>
          <p:grpSpPr>
            <a:xfrm>
              <a:off x="7456734" y="148383"/>
              <a:ext cx="501255" cy="279632"/>
              <a:chOff x="3574959" y="3107608"/>
              <a:chExt cx="501255" cy="279632"/>
            </a:xfrm>
          </p:grpSpPr>
          <p:sp>
            <p:nvSpPr>
              <p:cNvPr id="685" name="Google Shape;685;p14"/>
              <p:cNvSpPr/>
              <p:nvPr/>
            </p:nvSpPr>
            <p:spPr>
              <a:xfrm>
                <a:off x="3754370" y="3205175"/>
                <a:ext cx="141790" cy="174240"/>
              </a:xfrm>
              <a:custGeom>
                <a:avLst/>
                <a:gdLst/>
                <a:ahLst/>
                <a:cxnLst/>
                <a:rect l="l" t="t" r="r" b="b"/>
                <a:pathLst>
                  <a:path w="1975" h="2427" extrusionOk="0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574959" y="3107608"/>
                <a:ext cx="501255" cy="279632"/>
              </a:xfrm>
              <a:custGeom>
                <a:avLst/>
                <a:gdLst/>
                <a:ahLst/>
                <a:cxnLst/>
                <a:rect l="l" t="t" r="r" b="b"/>
                <a:pathLst>
                  <a:path w="6982" h="3895" extrusionOk="0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7" name="Google Shape;687;p14"/>
            <p:cNvGrpSpPr/>
            <p:nvPr/>
          </p:nvGrpSpPr>
          <p:grpSpPr>
            <a:xfrm>
              <a:off x="95485" y="4055949"/>
              <a:ext cx="571501" cy="484682"/>
              <a:chOff x="4630425" y="2688625"/>
              <a:chExt cx="211675" cy="179525"/>
            </a:xfrm>
          </p:grpSpPr>
          <p:sp>
            <p:nvSpPr>
              <p:cNvPr id="688" name="Google Shape;688;p14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avLst/>
                <a:gdLst/>
                <a:ahLst/>
                <a:cxnLst/>
                <a:rect l="l" t="t" r="r" b="b"/>
                <a:pathLst>
                  <a:path w="8467" h="7181" extrusionOk="0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2871" h="3333" extrusionOk="0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0" name="Google Shape;690;p14"/>
            <p:cNvSpPr/>
            <p:nvPr/>
          </p:nvSpPr>
          <p:spPr>
            <a:xfrm>
              <a:off x="8553707" y="1167494"/>
              <a:ext cx="250987" cy="261253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 rot="10800000" flipH="1">
              <a:off x="-365923" y="2886097"/>
              <a:ext cx="796394" cy="1106466"/>
            </a:xfrm>
            <a:custGeom>
              <a:avLst/>
              <a:gdLst/>
              <a:ahLst/>
              <a:cxnLst/>
              <a:rect l="l" t="t" r="r" b="b"/>
              <a:pathLst>
                <a:path w="11093" h="15412" extrusionOk="0">
                  <a:moveTo>
                    <a:pt x="10866" y="1"/>
                  </a:moveTo>
                  <a:cubicBezTo>
                    <a:pt x="10740" y="1"/>
                    <a:pt x="10640" y="100"/>
                    <a:pt x="10640" y="227"/>
                  </a:cubicBezTo>
                  <a:cubicBezTo>
                    <a:pt x="10640" y="354"/>
                    <a:pt x="10740" y="453"/>
                    <a:pt x="10866" y="453"/>
                  </a:cubicBezTo>
                  <a:cubicBezTo>
                    <a:pt x="10984" y="453"/>
                    <a:pt x="11093" y="354"/>
                    <a:pt x="11093" y="227"/>
                  </a:cubicBezTo>
                  <a:cubicBezTo>
                    <a:pt x="11093" y="100"/>
                    <a:pt x="10984" y="1"/>
                    <a:pt x="10866" y="1"/>
                  </a:cubicBezTo>
                  <a:close/>
                  <a:moveTo>
                    <a:pt x="10866" y="1024"/>
                  </a:moveTo>
                  <a:cubicBezTo>
                    <a:pt x="10740" y="1024"/>
                    <a:pt x="10640" y="1123"/>
                    <a:pt x="10640" y="1250"/>
                  </a:cubicBezTo>
                  <a:cubicBezTo>
                    <a:pt x="10640" y="1368"/>
                    <a:pt x="10740" y="1476"/>
                    <a:pt x="10866" y="1476"/>
                  </a:cubicBezTo>
                  <a:cubicBezTo>
                    <a:pt x="10984" y="1476"/>
                    <a:pt x="11093" y="1368"/>
                    <a:pt x="11093" y="1250"/>
                  </a:cubicBezTo>
                  <a:cubicBezTo>
                    <a:pt x="11093" y="1123"/>
                    <a:pt x="10984" y="1024"/>
                    <a:pt x="10866" y="1024"/>
                  </a:cubicBezTo>
                  <a:close/>
                  <a:moveTo>
                    <a:pt x="10866" y="2038"/>
                  </a:moveTo>
                  <a:cubicBezTo>
                    <a:pt x="10740" y="2038"/>
                    <a:pt x="10640" y="2137"/>
                    <a:pt x="10640" y="2264"/>
                  </a:cubicBezTo>
                  <a:cubicBezTo>
                    <a:pt x="10640" y="2391"/>
                    <a:pt x="10740" y="2490"/>
                    <a:pt x="10866" y="2490"/>
                  </a:cubicBezTo>
                  <a:cubicBezTo>
                    <a:pt x="10984" y="2490"/>
                    <a:pt x="11093" y="2391"/>
                    <a:pt x="11093" y="2264"/>
                  </a:cubicBezTo>
                  <a:cubicBezTo>
                    <a:pt x="11093" y="2137"/>
                    <a:pt x="10984" y="2038"/>
                    <a:pt x="10866" y="2038"/>
                  </a:cubicBezTo>
                  <a:close/>
                  <a:moveTo>
                    <a:pt x="10866" y="3061"/>
                  </a:moveTo>
                  <a:cubicBezTo>
                    <a:pt x="10740" y="3061"/>
                    <a:pt x="10640" y="3161"/>
                    <a:pt x="10640" y="3287"/>
                  </a:cubicBezTo>
                  <a:cubicBezTo>
                    <a:pt x="10640" y="3405"/>
                    <a:pt x="10740" y="3514"/>
                    <a:pt x="10866" y="3514"/>
                  </a:cubicBezTo>
                  <a:cubicBezTo>
                    <a:pt x="10984" y="3514"/>
                    <a:pt x="11093" y="3405"/>
                    <a:pt x="11093" y="3287"/>
                  </a:cubicBezTo>
                  <a:cubicBezTo>
                    <a:pt x="11093" y="3161"/>
                    <a:pt x="10984" y="3061"/>
                    <a:pt x="10866" y="3061"/>
                  </a:cubicBezTo>
                  <a:close/>
                  <a:moveTo>
                    <a:pt x="10866" y="4075"/>
                  </a:moveTo>
                  <a:cubicBezTo>
                    <a:pt x="10740" y="4075"/>
                    <a:pt x="10640" y="4175"/>
                    <a:pt x="10640" y="4301"/>
                  </a:cubicBezTo>
                  <a:cubicBezTo>
                    <a:pt x="10640" y="4428"/>
                    <a:pt x="10740" y="4528"/>
                    <a:pt x="10866" y="4528"/>
                  </a:cubicBezTo>
                  <a:cubicBezTo>
                    <a:pt x="10984" y="4528"/>
                    <a:pt x="11093" y="4428"/>
                    <a:pt x="11093" y="4301"/>
                  </a:cubicBezTo>
                  <a:cubicBezTo>
                    <a:pt x="11093" y="4175"/>
                    <a:pt x="10984" y="4075"/>
                    <a:pt x="10866" y="4075"/>
                  </a:cubicBezTo>
                  <a:close/>
                  <a:moveTo>
                    <a:pt x="10866" y="5098"/>
                  </a:moveTo>
                  <a:cubicBezTo>
                    <a:pt x="10740" y="5098"/>
                    <a:pt x="10640" y="5198"/>
                    <a:pt x="10640" y="5325"/>
                  </a:cubicBezTo>
                  <a:cubicBezTo>
                    <a:pt x="10640" y="5442"/>
                    <a:pt x="10740" y="5551"/>
                    <a:pt x="10866" y="5551"/>
                  </a:cubicBezTo>
                  <a:cubicBezTo>
                    <a:pt x="10984" y="5551"/>
                    <a:pt x="11093" y="5442"/>
                    <a:pt x="11093" y="5325"/>
                  </a:cubicBezTo>
                  <a:cubicBezTo>
                    <a:pt x="11093" y="5198"/>
                    <a:pt x="10984" y="5098"/>
                    <a:pt x="10866" y="5098"/>
                  </a:cubicBezTo>
                  <a:close/>
                  <a:moveTo>
                    <a:pt x="10866" y="6112"/>
                  </a:moveTo>
                  <a:cubicBezTo>
                    <a:pt x="10740" y="6112"/>
                    <a:pt x="10640" y="6212"/>
                    <a:pt x="10640" y="6339"/>
                  </a:cubicBezTo>
                  <a:cubicBezTo>
                    <a:pt x="10640" y="6465"/>
                    <a:pt x="10740" y="6565"/>
                    <a:pt x="10866" y="6565"/>
                  </a:cubicBezTo>
                  <a:cubicBezTo>
                    <a:pt x="10984" y="6565"/>
                    <a:pt x="11093" y="6465"/>
                    <a:pt x="11093" y="6339"/>
                  </a:cubicBezTo>
                  <a:cubicBezTo>
                    <a:pt x="11093" y="6212"/>
                    <a:pt x="10984" y="6112"/>
                    <a:pt x="10866" y="6112"/>
                  </a:cubicBezTo>
                  <a:close/>
                  <a:moveTo>
                    <a:pt x="10866" y="7135"/>
                  </a:moveTo>
                  <a:cubicBezTo>
                    <a:pt x="10740" y="7135"/>
                    <a:pt x="10640" y="7235"/>
                    <a:pt x="10640" y="7362"/>
                  </a:cubicBezTo>
                  <a:cubicBezTo>
                    <a:pt x="10640" y="7479"/>
                    <a:pt x="10740" y="7588"/>
                    <a:pt x="10866" y="7588"/>
                  </a:cubicBezTo>
                  <a:cubicBezTo>
                    <a:pt x="10984" y="7588"/>
                    <a:pt x="11093" y="7479"/>
                    <a:pt x="11093" y="7362"/>
                  </a:cubicBezTo>
                  <a:cubicBezTo>
                    <a:pt x="11093" y="7235"/>
                    <a:pt x="10984" y="7135"/>
                    <a:pt x="10866" y="7135"/>
                  </a:cubicBezTo>
                  <a:close/>
                  <a:moveTo>
                    <a:pt x="10866" y="8150"/>
                  </a:moveTo>
                  <a:cubicBezTo>
                    <a:pt x="10740" y="8150"/>
                    <a:pt x="10640" y="8249"/>
                    <a:pt x="10640" y="8376"/>
                  </a:cubicBezTo>
                  <a:cubicBezTo>
                    <a:pt x="10640" y="8503"/>
                    <a:pt x="10740" y="8602"/>
                    <a:pt x="10866" y="8602"/>
                  </a:cubicBezTo>
                  <a:cubicBezTo>
                    <a:pt x="10984" y="8602"/>
                    <a:pt x="11093" y="8503"/>
                    <a:pt x="11093" y="8376"/>
                  </a:cubicBezTo>
                  <a:cubicBezTo>
                    <a:pt x="11093" y="8249"/>
                    <a:pt x="10984" y="8150"/>
                    <a:pt x="10866" y="8150"/>
                  </a:cubicBezTo>
                  <a:close/>
                  <a:moveTo>
                    <a:pt x="10866" y="9173"/>
                  </a:moveTo>
                  <a:cubicBezTo>
                    <a:pt x="10740" y="9173"/>
                    <a:pt x="10640" y="9272"/>
                    <a:pt x="10640" y="9399"/>
                  </a:cubicBezTo>
                  <a:cubicBezTo>
                    <a:pt x="10640" y="9517"/>
                    <a:pt x="10740" y="9625"/>
                    <a:pt x="10866" y="9625"/>
                  </a:cubicBezTo>
                  <a:cubicBezTo>
                    <a:pt x="10984" y="9625"/>
                    <a:pt x="11093" y="9517"/>
                    <a:pt x="11093" y="9399"/>
                  </a:cubicBezTo>
                  <a:cubicBezTo>
                    <a:pt x="11093" y="9272"/>
                    <a:pt x="10984" y="9173"/>
                    <a:pt x="10866" y="9173"/>
                  </a:cubicBezTo>
                  <a:close/>
                  <a:moveTo>
                    <a:pt x="10857" y="10187"/>
                  </a:moveTo>
                  <a:cubicBezTo>
                    <a:pt x="10740" y="10187"/>
                    <a:pt x="10631" y="10277"/>
                    <a:pt x="10622" y="10404"/>
                  </a:cubicBezTo>
                  <a:cubicBezTo>
                    <a:pt x="10613" y="10531"/>
                    <a:pt x="10712" y="10630"/>
                    <a:pt x="10839" y="10639"/>
                  </a:cubicBezTo>
                  <a:cubicBezTo>
                    <a:pt x="10975" y="10639"/>
                    <a:pt x="11066" y="10549"/>
                    <a:pt x="11075" y="10422"/>
                  </a:cubicBezTo>
                  <a:cubicBezTo>
                    <a:pt x="11075" y="10304"/>
                    <a:pt x="10984" y="10196"/>
                    <a:pt x="10857" y="10187"/>
                  </a:cubicBezTo>
                  <a:close/>
                  <a:moveTo>
                    <a:pt x="10698" y="11186"/>
                  </a:moveTo>
                  <a:cubicBezTo>
                    <a:pt x="10603" y="11186"/>
                    <a:pt x="10508" y="11247"/>
                    <a:pt x="10477" y="11355"/>
                  </a:cubicBezTo>
                  <a:cubicBezTo>
                    <a:pt x="10441" y="11482"/>
                    <a:pt x="10513" y="11599"/>
                    <a:pt x="10640" y="11635"/>
                  </a:cubicBezTo>
                  <a:cubicBezTo>
                    <a:pt x="10652" y="11635"/>
                    <a:pt x="10668" y="11640"/>
                    <a:pt x="10680" y="11640"/>
                  </a:cubicBezTo>
                  <a:cubicBezTo>
                    <a:pt x="10686" y="11640"/>
                    <a:pt x="10691" y="11639"/>
                    <a:pt x="10694" y="11635"/>
                  </a:cubicBezTo>
                  <a:cubicBezTo>
                    <a:pt x="10794" y="11635"/>
                    <a:pt x="10884" y="11572"/>
                    <a:pt x="10912" y="11463"/>
                  </a:cubicBezTo>
                  <a:cubicBezTo>
                    <a:pt x="10939" y="11355"/>
                    <a:pt x="10875" y="11228"/>
                    <a:pt x="10749" y="11192"/>
                  </a:cubicBezTo>
                  <a:cubicBezTo>
                    <a:pt x="10732" y="11188"/>
                    <a:pt x="10715" y="11186"/>
                    <a:pt x="10698" y="11186"/>
                  </a:cubicBezTo>
                  <a:close/>
                  <a:moveTo>
                    <a:pt x="10341" y="12143"/>
                  </a:moveTo>
                  <a:cubicBezTo>
                    <a:pt x="10260" y="12143"/>
                    <a:pt x="10180" y="12192"/>
                    <a:pt x="10142" y="12269"/>
                  </a:cubicBezTo>
                  <a:cubicBezTo>
                    <a:pt x="10079" y="12387"/>
                    <a:pt x="10124" y="12523"/>
                    <a:pt x="10242" y="12577"/>
                  </a:cubicBezTo>
                  <a:cubicBezTo>
                    <a:pt x="10278" y="12586"/>
                    <a:pt x="10305" y="12595"/>
                    <a:pt x="10341" y="12595"/>
                  </a:cubicBezTo>
                  <a:cubicBezTo>
                    <a:pt x="10423" y="12595"/>
                    <a:pt x="10513" y="12550"/>
                    <a:pt x="10549" y="12468"/>
                  </a:cubicBezTo>
                  <a:cubicBezTo>
                    <a:pt x="10604" y="12360"/>
                    <a:pt x="10558" y="12224"/>
                    <a:pt x="10441" y="12170"/>
                  </a:cubicBezTo>
                  <a:cubicBezTo>
                    <a:pt x="10409" y="12151"/>
                    <a:pt x="10375" y="12143"/>
                    <a:pt x="10341" y="12143"/>
                  </a:cubicBezTo>
                  <a:close/>
                  <a:moveTo>
                    <a:pt x="9786" y="13011"/>
                  </a:moveTo>
                  <a:cubicBezTo>
                    <a:pt x="9723" y="13011"/>
                    <a:pt x="9662" y="13038"/>
                    <a:pt x="9617" y="13093"/>
                  </a:cubicBezTo>
                  <a:cubicBezTo>
                    <a:pt x="9553" y="13202"/>
                    <a:pt x="9563" y="13338"/>
                    <a:pt x="9662" y="13410"/>
                  </a:cubicBezTo>
                  <a:cubicBezTo>
                    <a:pt x="9698" y="13437"/>
                    <a:pt x="9753" y="13455"/>
                    <a:pt x="9798" y="13474"/>
                  </a:cubicBezTo>
                  <a:cubicBezTo>
                    <a:pt x="9870" y="13474"/>
                    <a:pt x="9934" y="13437"/>
                    <a:pt x="9979" y="13383"/>
                  </a:cubicBezTo>
                  <a:cubicBezTo>
                    <a:pt x="10051" y="13274"/>
                    <a:pt x="10033" y="13139"/>
                    <a:pt x="9934" y="13066"/>
                  </a:cubicBezTo>
                  <a:cubicBezTo>
                    <a:pt x="9889" y="13029"/>
                    <a:pt x="9837" y="13011"/>
                    <a:pt x="9786" y="13011"/>
                  </a:cubicBezTo>
                  <a:close/>
                  <a:moveTo>
                    <a:pt x="9098" y="13744"/>
                  </a:moveTo>
                  <a:cubicBezTo>
                    <a:pt x="9044" y="13744"/>
                    <a:pt x="8989" y="13762"/>
                    <a:pt x="8947" y="13799"/>
                  </a:cubicBezTo>
                  <a:cubicBezTo>
                    <a:pt x="8856" y="13881"/>
                    <a:pt x="8847" y="14026"/>
                    <a:pt x="8929" y="14116"/>
                  </a:cubicBezTo>
                  <a:cubicBezTo>
                    <a:pt x="8974" y="14162"/>
                    <a:pt x="9037" y="14198"/>
                    <a:pt x="9101" y="14198"/>
                  </a:cubicBezTo>
                  <a:cubicBezTo>
                    <a:pt x="9155" y="14198"/>
                    <a:pt x="9200" y="14171"/>
                    <a:pt x="9246" y="14135"/>
                  </a:cubicBezTo>
                  <a:cubicBezTo>
                    <a:pt x="9336" y="14053"/>
                    <a:pt x="9345" y="13908"/>
                    <a:pt x="9264" y="13818"/>
                  </a:cubicBezTo>
                  <a:cubicBezTo>
                    <a:pt x="9225" y="13769"/>
                    <a:pt x="9162" y="13744"/>
                    <a:pt x="9098" y="13744"/>
                  </a:cubicBezTo>
                  <a:close/>
                  <a:moveTo>
                    <a:pt x="8265" y="14327"/>
                  </a:moveTo>
                  <a:cubicBezTo>
                    <a:pt x="8229" y="14327"/>
                    <a:pt x="8193" y="14335"/>
                    <a:pt x="8159" y="14352"/>
                  </a:cubicBezTo>
                  <a:cubicBezTo>
                    <a:pt x="8041" y="14406"/>
                    <a:pt x="8014" y="14542"/>
                    <a:pt x="8069" y="14660"/>
                  </a:cubicBezTo>
                  <a:cubicBezTo>
                    <a:pt x="8114" y="14732"/>
                    <a:pt x="8195" y="14768"/>
                    <a:pt x="8259" y="14786"/>
                  </a:cubicBezTo>
                  <a:cubicBezTo>
                    <a:pt x="8304" y="14786"/>
                    <a:pt x="8340" y="14768"/>
                    <a:pt x="8376" y="14750"/>
                  </a:cubicBezTo>
                  <a:cubicBezTo>
                    <a:pt x="8485" y="14696"/>
                    <a:pt x="8521" y="14560"/>
                    <a:pt x="8467" y="14442"/>
                  </a:cubicBezTo>
                  <a:cubicBezTo>
                    <a:pt x="8423" y="14367"/>
                    <a:pt x="8345" y="14327"/>
                    <a:pt x="8265" y="14327"/>
                  </a:cubicBezTo>
                  <a:close/>
                  <a:moveTo>
                    <a:pt x="7323" y="14725"/>
                  </a:moveTo>
                  <a:cubicBezTo>
                    <a:pt x="7303" y="14725"/>
                    <a:pt x="7282" y="14728"/>
                    <a:pt x="7263" y="14732"/>
                  </a:cubicBezTo>
                  <a:cubicBezTo>
                    <a:pt x="7136" y="14768"/>
                    <a:pt x="7082" y="14904"/>
                    <a:pt x="7118" y="15022"/>
                  </a:cubicBezTo>
                  <a:cubicBezTo>
                    <a:pt x="7154" y="15121"/>
                    <a:pt x="7245" y="15176"/>
                    <a:pt x="7335" y="15176"/>
                  </a:cubicBezTo>
                  <a:cubicBezTo>
                    <a:pt x="7353" y="15176"/>
                    <a:pt x="7380" y="15176"/>
                    <a:pt x="7398" y="15167"/>
                  </a:cubicBezTo>
                  <a:cubicBezTo>
                    <a:pt x="7525" y="15131"/>
                    <a:pt x="7580" y="14995"/>
                    <a:pt x="7543" y="14886"/>
                  </a:cubicBezTo>
                  <a:cubicBezTo>
                    <a:pt x="7521" y="14781"/>
                    <a:pt x="7423" y="14725"/>
                    <a:pt x="7323" y="14725"/>
                  </a:cubicBezTo>
                  <a:close/>
                  <a:moveTo>
                    <a:pt x="6329" y="14940"/>
                  </a:moveTo>
                  <a:cubicBezTo>
                    <a:pt x="6324" y="14940"/>
                    <a:pt x="6318" y="14940"/>
                    <a:pt x="6312" y="14940"/>
                  </a:cubicBezTo>
                  <a:cubicBezTo>
                    <a:pt x="6185" y="14949"/>
                    <a:pt x="6095" y="15067"/>
                    <a:pt x="6113" y="15185"/>
                  </a:cubicBezTo>
                  <a:cubicBezTo>
                    <a:pt x="6122" y="15303"/>
                    <a:pt x="6221" y="15393"/>
                    <a:pt x="6339" y="15393"/>
                  </a:cubicBezTo>
                  <a:lnTo>
                    <a:pt x="6357" y="15393"/>
                  </a:lnTo>
                  <a:cubicBezTo>
                    <a:pt x="6484" y="15384"/>
                    <a:pt x="6575" y="15266"/>
                    <a:pt x="6565" y="15140"/>
                  </a:cubicBezTo>
                  <a:cubicBezTo>
                    <a:pt x="6548" y="15027"/>
                    <a:pt x="6449" y="14940"/>
                    <a:pt x="6329" y="14940"/>
                  </a:cubicBezTo>
                  <a:close/>
                  <a:moveTo>
                    <a:pt x="227" y="14958"/>
                  </a:moveTo>
                  <a:cubicBezTo>
                    <a:pt x="101" y="14958"/>
                    <a:pt x="1" y="15067"/>
                    <a:pt x="1" y="15185"/>
                  </a:cubicBezTo>
                  <a:cubicBezTo>
                    <a:pt x="1" y="15312"/>
                    <a:pt x="101" y="15411"/>
                    <a:pt x="227" y="15411"/>
                  </a:cubicBezTo>
                  <a:cubicBezTo>
                    <a:pt x="345" y="15411"/>
                    <a:pt x="454" y="15312"/>
                    <a:pt x="454" y="15185"/>
                  </a:cubicBezTo>
                  <a:cubicBezTo>
                    <a:pt x="454" y="15067"/>
                    <a:pt x="345" y="14958"/>
                    <a:pt x="227" y="14958"/>
                  </a:cubicBezTo>
                  <a:close/>
                  <a:moveTo>
                    <a:pt x="1241" y="14958"/>
                  </a:moveTo>
                  <a:cubicBezTo>
                    <a:pt x="1115" y="14958"/>
                    <a:pt x="1015" y="15067"/>
                    <a:pt x="1015" y="15185"/>
                  </a:cubicBezTo>
                  <a:cubicBezTo>
                    <a:pt x="1015" y="15312"/>
                    <a:pt x="1115" y="15411"/>
                    <a:pt x="1241" y="15411"/>
                  </a:cubicBezTo>
                  <a:cubicBezTo>
                    <a:pt x="1368" y="15411"/>
                    <a:pt x="1468" y="15312"/>
                    <a:pt x="1468" y="15185"/>
                  </a:cubicBezTo>
                  <a:cubicBezTo>
                    <a:pt x="1468" y="15067"/>
                    <a:pt x="1368" y="14958"/>
                    <a:pt x="1241" y="14958"/>
                  </a:cubicBezTo>
                  <a:close/>
                  <a:moveTo>
                    <a:pt x="2265" y="14958"/>
                  </a:moveTo>
                  <a:cubicBezTo>
                    <a:pt x="2138" y="14958"/>
                    <a:pt x="2038" y="15067"/>
                    <a:pt x="2038" y="15185"/>
                  </a:cubicBezTo>
                  <a:cubicBezTo>
                    <a:pt x="2038" y="15312"/>
                    <a:pt x="2138" y="15411"/>
                    <a:pt x="2265" y="15411"/>
                  </a:cubicBezTo>
                  <a:cubicBezTo>
                    <a:pt x="2382" y="15411"/>
                    <a:pt x="2491" y="15312"/>
                    <a:pt x="2491" y="15185"/>
                  </a:cubicBezTo>
                  <a:cubicBezTo>
                    <a:pt x="2491" y="15067"/>
                    <a:pt x="2382" y="14958"/>
                    <a:pt x="2265" y="14958"/>
                  </a:cubicBezTo>
                  <a:close/>
                  <a:moveTo>
                    <a:pt x="3279" y="14958"/>
                  </a:moveTo>
                  <a:cubicBezTo>
                    <a:pt x="3152" y="14958"/>
                    <a:pt x="3052" y="15067"/>
                    <a:pt x="3052" y="15185"/>
                  </a:cubicBezTo>
                  <a:cubicBezTo>
                    <a:pt x="3052" y="15312"/>
                    <a:pt x="3152" y="15411"/>
                    <a:pt x="3279" y="15411"/>
                  </a:cubicBezTo>
                  <a:cubicBezTo>
                    <a:pt x="3405" y="15411"/>
                    <a:pt x="3505" y="15312"/>
                    <a:pt x="3505" y="15185"/>
                  </a:cubicBezTo>
                  <a:cubicBezTo>
                    <a:pt x="3505" y="15067"/>
                    <a:pt x="3405" y="14958"/>
                    <a:pt x="3279" y="14958"/>
                  </a:cubicBezTo>
                  <a:close/>
                  <a:moveTo>
                    <a:pt x="4302" y="14958"/>
                  </a:moveTo>
                  <a:cubicBezTo>
                    <a:pt x="4175" y="14958"/>
                    <a:pt x="4075" y="15067"/>
                    <a:pt x="4075" y="15185"/>
                  </a:cubicBezTo>
                  <a:cubicBezTo>
                    <a:pt x="4075" y="15312"/>
                    <a:pt x="4175" y="15411"/>
                    <a:pt x="4302" y="15411"/>
                  </a:cubicBezTo>
                  <a:cubicBezTo>
                    <a:pt x="4420" y="15411"/>
                    <a:pt x="4528" y="15312"/>
                    <a:pt x="4528" y="15185"/>
                  </a:cubicBezTo>
                  <a:cubicBezTo>
                    <a:pt x="4528" y="15067"/>
                    <a:pt x="4420" y="14958"/>
                    <a:pt x="4302" y="14958"/>
                  </a:cubicBezTo>
                  <a:close/>
                  <a:moveTo>
                    <a:pt x="5316" y="14958"/>
                  </a:moveTo>
                  <a:cubicBezTo>
                    <a:pt x="5189" y="14958"/>
                    <a:pt x="5090" y="15067"/>
                    <a:pt x="5090" y="15185"/>
                  </a:cubicBezTo>
                  <a:cubicBezTo>
                    <a:pt x="5090" y="15312"/>
                    <a:pt x="5189" y="15411"/>
                    <a:pt x="5316" y="15411"/>
                  </a:cubicBezTo>
                  <a:cubicBezTo>
                    <a:pt x="5443" y="15411"/>
                    <a:pt x="5542" y="15312"/>
                    <a:pt x="5542" y="15185"/>
                  </a:cubicBezTo>
                  <a:cubicBezTo>
                    <a:pt x="5542" y="15067"/>
                    <a:pt x="5443" y="14958"/>
                    <a:pt x="5316" y="149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8044274" y="229884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8699406" y="1543054"/>
              <a:ext cx="171584" cy="171153"/>
            </a:xfrm>
            <a:custGeom>
              <a:avLst/>
              <a:gdLst/>
              <a:ahLst/>
              <a:cxnLst/>
              <a:rect l="l" t="t" r="r" b="b"/>
              <a:pathLst>
                <a:path w="2390" h="2384" extrusionOk="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666979" y="4709886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8737674" y="148375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8389075" y="413138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4"/>
            <p:cNvSpPr/>
            <p:nvPr/>
          </p:nvSpPr>
          <p:spPr>
            <a:xfrm>
              <a:off x="8900788" y="138165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301405" y="2688213"/>
              <a:ext cx="250987" cy="261253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9" name="Google Shape;69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02" name="Google Shape;702;p15"/>
          <p:cNvGrpSpPr/>
          <p:nvPr/>
        </p:nvGrpSpPr>
        <p:grpSpPr>
          <a:xfrm>
            <a:off x="58012" y="-168311"/>
            <a:ext cx="10142580" cy="5210837"/>
            <a:chOff x="58012" y="-168311"/>
            <a:chExt cx="10142580" cy="5210837"/>
          </a:xfrm>
        </p:grpSpPr>
        <p:grpSp>
          <p:nvGrpSpPr>
            <p:cNvPr id="703" name="Google Shape;703;p15"/>
            <p:cNvGrpSpPr/>
            <p:nvPr/>
          </p:nvGrpSpPr>
          <p:grpSpPr>
            <a:xfrm>
              <a:off x="58012" y="723504"/>
              <a:ext cx="348749" cy="258102"/>
              <a:chOff x="2806425" y="1739725"/>
              <a:chExt cx="200350" cy="148275"/>
            </a:xfrm>
          </p:grpSpPr>
          <p:sp>
            <p:nvSpPr>
              <p:cNvPr id="704" name="Google Shape;704;p15"/>
              <p:cNvSpPr/>
              <p:nvPr/>
            </p:nvSpPr>
            <p:spPr>
              <a:xfrm>
                <a:off x="2806875" y="1739725"/>
                <a:ext cx="199900" cy="148275"/>
              </a:xfrm>
              <a:custGeom>
                <a:avLst/>
                <a:gdLst/>
                <a:ahLst/>
                <a:cxnLst/>
                <a:rect l="l" t="t" r="r" b="b"/>
                <a:pathLst>
                  <a:path w="7996" h="5931" extrusionOk="0">
                    <a:moveTo>
                      <a:pt x="7651" y="335"/>
                    </a:moveTo>
                    <a:lnTo>
                      <a:pt x="7651" y="5587"/>
                    </a:lnTo>
                    <a:lnTo>
                      <a:pt x="326" y="5587"/>
                    </a:lnTo>
                    <a:lnTo>
                      <a:pt x="326" y="335"/>
                    </a:lnTo>
                    <a:close/>
                    <a:moveTo>
                      <a:pt x="0" y="0"/>
                    </a:moveTo>
                    <a:lnTo>
                      <a:pt x="0" y="5931"/>
                    </a:lnTo>
                    <a:lnTo>
                      <a:pt x="7995" y="5931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5"/>
              <p:cNvSpPr/>
              <p:nvPr/>
            </p:nvSpPr>
            <p:spPr>
              <a:xfrm>
                <a:off x="2806425" y="1739725"/>
                <a:ext cx="200125" cy="101875"/>
              </a:xfrm>
              <a:custGeom>
                <a:avLst/>
                <a:gdLst/>
                <a:ahLst/>
                <a:cxnLst/>
                <a:rect l="l" t="t" r="r" b="b"/>
                <a:pathLst>
                  <a:path w="8005" h="4075" extrusionOk="0">
                    <a:moveTo>
                      <a:pt x="7678" y="335"/>
                    </a:moveTo>
                    <a:lnTo>
                      <a:pt x="7678" y="1739"/>
                    </a:lnTo>
                    <a:lnTo>
                      <a:pt x="4011" y="3685"/>
                    </a:lnTo>
                    <a:lnTo>
                      <a:pt x="344" y="1739"/>
                    </a:lnTo>
                    <a:lnTo>
                      <a:pt x="353" y="1739"/>
                    </a:lnTo>
                    <a:lnTo>
                      <a:pt x="353" y="335"/>
                    </a:lnTo>
                    <a:close/>
                    <a:moveTo>
                      <a:pt x="0" y="0"/>
                    </a:moveTo>
                    <a:lnTo>
                      <a:pt x="0" y="1947"/>
                    </a:lnTo>
                    <a:lnTo>
                      <a:pt x="4011" y="4075"/>
                    </a:lnTo>
                    <a:lnTo>
                      <a:pt x="8004" y="1947"/>
                    </a:lnTo>
                    <a:lnTo>
                      <a:pt x="80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6" name="Google Shape;706;p15"/>
            <p:cNvGrpSpPr/>
            <p:nvPr/>
          </p:nvGrpSpPr>
          <p:grpSpPr>
            <a:xfrm>
              <a:off x="947325" y="-168311"/>
              <a:ext cx="904944" cy="689136"/>
              <a:chOff x="1288225" y="3590375"/>
              <a:chExt cx="315125" cy="239975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1333950" y="3717625"/>
                <a:ext cx="115250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2680" extrusionOk="0">
                    <a:moveTo>
                      <a:pt x="4488" y="1"/>
                    </a:moveTo>
                    <a:cubicBezTo>
                      <a:pt x="4472" y="1"/>
                      <a:pt x="4455" y="6"/>
                      <a:pt x="4438" y="17"/>
                    </a:cubicBezTo>
                    <a:lnTo>
                      <a:pt x="73" y="2471"/>
                    </a:lnTo>
                    <a:cubicBezTo>
                      <a:pt x="19" y="2507"/>
                      <a:pt x="1" y="2562"/>
                      <a:pt x="28" y="2616"/>
                    </a:cubicBezTo>
                    <a:cubicBezTo>
                      <a:pt x="46" y="2652"/>
                      <a:pt x="91" y="2679"/>
                      <a:pt x="119" y="2679"/>
                    </a:cubicBezTo>
                    <a:cubicBezTo>
                      <a:pt x="137" y="2679"/>
                      <a:pt x="155" y="2661"/>
                      <a:pt x="182" y="2661"/>
                    </a:cubicBezTo>
                    <a:lnTo>
                      <a:pt x="4537" y="208"/>
                    </a:lnTo>
                    <a:cubicBezTo>
                      <a:pt x="4591" y="171"/>
                      <a:pt x="4610" y="117"/>
                      <a:pt x="4582" y="63"/>
                    </a:cubicBezTo>
                    <a:cubicBezTo>
                      <a:pt x="4558" y="25"/>
                      <a:pt x="4524" y="1"/>
                      <a:pt x="4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1442850" y="3590375"/>
                <a:ext cx="114775" cy="194250"/>
              </a:xfrm>
              <a:custGeom>
                <a:avLst/>
                <a:gdLst/>
                <a:ahLst/>
                <a:cxnLst/>
                <a:rect l="l" t="t" r="r" b="b"/>
                <a:pathLst>
                  <a:path w="4591" h="7770" extrusionOk="0">
                    <a:moveTo>
                      <a:pt x="109" y="1"/>
                    </a:moveTo>
                    <a:cubicBezTo>
                      <a:pt x="45" y="1"/>
                      <a:pt x="0" y="55"/>
                      <a:pt x="0" y="118"/>
                    </a:cubicBezTo>
                    <a:lnTo>
                      <a:pt x="0" y="5198"/>
                    </a:lnTo>
                    <a:cubicBezTo>
                      <a:pt x="0" y="5234"/>
                      <a:pt x="18" y="5261"/>
                      <a:pt x="54" y="5289"/>
                    </a:cubicBezTo>
                    <a:lnTo>
                      <a:pt x="4410" y="7751"/>
                    </a:lnTo>
                    <a:cubicBezTo>
                      <a:pt x="4437" y="7769"/>
                      <a:pt x="4446" y="7769"/>
                      <a:pt x="4473" y="7769"/>
                    </a:cubicBezTo>
                    <a:cubicBezTo>
                      <a:pt x="4500" y="7769"/>
                      <a:pt x="4536" y="7742"/>
                      <a:pt x="4573" y="7706"/>
                    </a:cubicBezTo>
                    <a:cubicBezTo>
                      <a:pt x="4591" y="7652"/>
                      <a:pt x="4582" y="7597"/>
                      <a:pt x="4527" y="7561"/>
                    </a:cubicBezTo>
                    <a:lnTo>
                      <a:pt x="226" y="5126"/>
                    </a:lnTo>
                    <a:lnTo>
                      <a:pt x="226" y="118"/>
                    </a:lnTo>
                    <a:cubicBezTo>
                      <a:pt x="226" y="46"/>
                      <a:pt x="181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1508475" y="3735475"/>
                <a:ext cx="92150" cy="92375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695" extrusionOk="0">
                    <a:moveTo>
                      <a:pt x="1848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71"/>
                      <a:pt x="825" y="3695"/>
                      <a:pt x="1848" y="3695"/>
                    </a:cubicBezTo>
                    <a:cubicBezTo>
                      <a:pt x="2862" y="3695"/>
                      <a:pt x="3686" y="2871"/>
                      <a:pt x="3686" y="1848"/>
                    </a:cubicBezTo>
                    <a:cubicBezTo>
                      <a:pt x="3686" y="825"/>
                      <a:pt x="2862" y="1"/>
                      <a:pt x="18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1528400" y="3753125"/>
                <a:ext cx="5232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980" extrusionOk="0">
                    <a:moveTo>
                      <a:pt x="1051" y="1"/>
                    </a:moveTo>
                    <a:cubicBezTo>
                      <a:pt x="662" y="1"/>
                      <a:pt x="354" y="336"/>
                      <a:pt x="354" y="743"/>
                    </a:cubicBezTo>
                    <a:lnTo>
                      <a:pt x="354" y="1685"/>
                    </a:lnTo>
                    <a:lnTo>
                      <a:pt x="653" y="1685"/>
                    </a:lnTo>
                    <a:lnTo>
                      <a:pt x="653" y="2002"/>
                    </a:lnTo>
                    <a:lnTo>
                      <a:pt x="471" y="2047"/>
                    </a:lnTo>
                    <a:cubicBezTo>
                      <a:pt x="200" y="2120"/>
                      <a:pt x="1" y="2355"/>
                      <a:pt x="1" y="2636"/>
                    </a:cubicBezTo>
                    <a:lnTo>
                      <a:pt x="1" y="2663"/>
                    </a:lnTo>
                    <a:cubicBezTo>
                      <a:pt x="299" y="2862"/>
                      <a:pt x="662" y="2980"/>
                      <a:pt x="1051" y="2980"/>
                    </a:cubicBezTo>
                    <a:cubicBezTo>
                      <a:pt x="1431" y="2980"/>
                      <a:pt x="1793" y="2862"/>
                      <a:pt x="2092" y="2663"/>
                    </a:cubicBezTo>
                    <a:lnTo>
                      <a:pt x="2092" y="2636"/>
                    </a:lnTo>
                    <a:cubicBezTo>
                      <a:pt x="2092" y="2355"/>
                      <a:pt x="1893" y="2120"/>
                      <a:pt x="1621" y="2047"/>
                    </a:cubicBezTo>
                    <a:lnTo>
                      <a:pt x="1440" y="2002"/>
                    </a:lnTo>
                    <a:lnTo>
                      <a:pt x="1440" y="1685"/>
                    </a:lnTo>
                    <a:lnTo>
                      <a:pt x="1739" y="1685"/>
                    </a:lnTo>
                    <a:lnTo>
                      <a:pt x="1739" y="743"/>
                    </a:lnTo>
                    <a:cubicBezTo>
                      <a:pt x="1739" y="327"/>
                      <a:pt x="1431" y="1"/>
                      <a:pt x="10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1505775" y="3733000"/>
                <a:ext cx="975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903" h="3894" extrusionOk="0">
                    <a:moveTo>
                      <a:pt x="1956" y="217"/>
                    </a:moveTo>
                    <a:cubicBezTo>
                      <a:pt x="2907" y="217"/>
                      <a:pt x="3685" y="996"/>
                      <a:pt x="3685" y="1947"/>
                    </a:cubicBezTo>
                    <a:cubicBezTo>
                      <a:pt x="3685" y="2897"/>
                      <a:pt x="2907" y="3676"/>
                      <a:pt x="1956" y="3676"/>
                    </a:cubicBezTo>
                    <a:cubicBezTo>
                      <a:pt x="1005" y="3676"/>
                      <a:pt x="217" y="2897"/>
                      <a:pt x="217" y="1947"/>
                    </a:cubicBezTo>
                    <a:cubicBezTo>
                      <a:pt x="217" y="996"/>
                      <a:pt x="1005" y="217"/>
                      <a:pt x="1956" y="217"/>
                    </a:cubicBezTo>
                    <a:close/>
                    <a:moveTo>
                      <a:pt x="1956" y="0"/>
                    </a:moveTo>
                    <a:cubicBezTo>
                      <a:pt x="878" y="0"/>
                      <a:pt x="0" y="869"/>
                      <a:pt x="0" y="1947"/>
                    </a:cubicBezTo>
                    <a:cubicBezTo>
                      <a:pt x="0" y="3024"/>
                      <a:pt x="878" y="3893"/>
                      <a:pt x="1956" y="3893"/>
                    </a:cubicBezTo>
                    <a:cubicBezTo>
                      <a:pt x="3024" y="3893"/>
                      <a:pt x="3903" y="3024"/>
                      <a:pt x="3903" y="1947"/>
                    </a:cubicBezTo>
                    <a:cubicBezTo>
                      <a:pt x="3903" y="869"/>
                      <a:pt x="3024" y="0"/>
                      <a:pt x="19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1399600" y="3674125"/>
                <a:ext cx="92150" cy="92400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696" extrusionOk="0">
                    <a:moveTo>
                      <a:pt x="1839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62"/>
                      <a:pt x="825" y="3695"/>
                      <a:pt x="1839" y="3695"/>
                    </a:cubicBezTo>
                    <a:cubicBezTo>
                      <a:pt x="2862" y="3695"/>
                      <a:pt x="3686" y="2862"/>
                      <a:pt x="3686" y="1848"/>
                    </a:cubicBezTo>
                    <a:cubicBezTo>
                      <a:pt x="3686" y="825"/>
                      <a:pt x="2862" y="10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1420200" y="3692250"/>
                <a:ext cx="5210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952" extrusionOk="0">
                    <a:moveTo>
                      <a:pt x="1024" y="0"/>
                    </a:moveTo>
                    <a:cubicBezTo>
                      <a:pt x="607" y="0"/>
                      <a:pt x="272" y="381"/>
                      <a:pt x="272" y="851"/>
                    </a:cubicBezTo>
                    <a:cubicBezTo>
                      <a:pt x="272" y="1159"/>
                      <a:pt x="417" y="1431"/>
                      <a:pt x="643" y="1576"/>
                    </a:cubicBezTo>
                    <a:lnTo>
                      <a:pt x="643" y="1802"/>
                    </a:lnTo>
                    <a:lnTo>
                      <a:pt x="327" y="1884"/>
                    </a:lnTo>
                    <a:cubicBezTo>
                      <a:pt x="136" y="1929"/>
                      <a:pt x="1" y="2110"/>
                      <a:pt x="1" y="2300"/>
                    </a:cubicBezTo>
                    <a:lnTo>
                      <a:pt x="1" y="2635"/>
                    </a:lnTo>
                    <a:cubicBezTo>
                      <a:pt x="290" y="2843"/>
                      <a:pt x="653" y="2952"/>
                      <a:pt x="1042" y="2952"/>
                    </a:cubicBezTo>
                    <a:cubicBezTo>
                      <a:pt x="1422" y="2952"/>
                      <a:pt x="1784" y="2843"/>
                      <a:pt x="2083" y="2635"/>
                    </a:cubicBezTo>
                    <a:lnTo>
                      <a:pt x="2083" y="2300"/>
                    </a:lnTo>
                    <a:cubicBezTo>
                      <a:pt x="2056" y="2110"/>
                      <a:pt x="1920" y="1929"/>
                      <a:pt x="1730" y="1884"/>
                    </a:cubicBezTo>
                    <a:lnTo>
                      <a:pt x="1413" y="1802"/>
                    </a:lnTo>
                    <a:lnTo>
                      <a:pt x="1413" y="1576"/>
                    </a:lnTo>
                    <a:cubicBezTo>
                      <a:pt x="1630" y="1431"/>
                      <a:pt x="1784" y="1150"/>
                      <a:pt x="1784" y="851"/>
                    </a:cubicBezTo>
                    <a:cubicBezTo>
                      <a:pt x="1784" y="381"/>
                      <a:pt x="1449" y="0"/>
                      <a:pt x="10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1396875" y="3671650"/>
                <a:ext cx="973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3894" extrusionOk="0">
                    <a:moveTo>
                      <a:pt x="1948" y="218"/>
                    </a:moveTo>
                    <a:cubicBezTo>
                      <a:pt x="2917" y="218"/>
                      <a:pt x="3677" y="996"/>
                      <a:pt x="3677" y="1947"/>
                    </a:cubicBezTo>
                    <a:cubicBezTo>
                      <a:pt x="3677" y="2898"/>
                      <a:pt x="2898" y="3676"/>
                      <a:pt x="1948" y="3676"/>
                    </a:cubicBezTo>
                    <a:cubicBezTo>
                      <a:pt x="997" y="3676"/>
                      <a:pt x="218" y="2898"/>
                      <a:pt x="218" y="1947"/>
                    </a:cubicBezTo>
                    <a:cubicBezTo>
                      <a:pt x="218" y="996"/>
                      <a:pt x="997" y="218"/>
                      <a:pt x="1948" y="218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15"/>
                      <a:pt x="879" y="3894"/>
                      <a:pt x="1948" y="3894"/>
                    </a:cubicBezTo>
                    <a:cubicBezTo>
                      <a:pt x="3025" y="3894"/>
                      <a:pt x="3894" y="3015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1290500" y="3735475"/>
                <a:ext cx="92375" cy="92375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695" extrusionOk="0">
                    <a:moveTo>
                      <a:pt x="1847" y="1"/>
                    </a:moveTo>
                    <a:cubicBezTo>
                      <a:pt x="824" y="1"/>
                      <a:pt x="0" y="825"/>
                      <a:pt x="0" y="1848"/>
                    </a:cubicBezTo>
                    <a:cubicBezTo>
                      <a:pt x="0" y="2871"/>
                      <a:pt x="824" y="3695"/>
                      <a:pt x="1847" y="3695"/>
                    </a:cubicBezTo>
                    <a:cubicBezTo>
                      <a:pt x="2871" y="3695"/>
                      <a:pt x="3695" y="2871"/>
                      <a:pt x="3695" y="1848"/>
                    </a:cubicBezTo>
                    <a:cubicBezTo>
                      <a:pt x="3695" y="825"/>
                      <a:pt x="2871" y="1"/>
                      <a:pt x="1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1311100" y="3753575"/>
                <a:ext cx="52300" cy="74050"/>
              </a:xfrm>
              <a:custGeom>
                <a:avLst/>
                <a:gdLst/>
                <a:ahLst/>
                <a:cxnLst/>
                <a:rect l="l" t="t" r="r" b="b"/>
                <a:pathLst>
                  <a:path w="2092" h="2962" extrusionOk="0">
                    <a:moveTo>
                      <a:pt x="1033" y="1"/>
                    </a:moveTo>
                    <a:cubicBezTo>
                      <a:pt x="616" y="1"/>
                      <a:pt x="272" y="390"/>
                      <a:pt x="272" y="852"/>
                    </a:cubicBezTo>
                    <a:cubicBezTo>
                      <a:pt x="272" y="1160"/>
                      <a:pt x="426" y="1432"/>
                      <a:pt x="652" y="1576"/>
                    </a:cubicBezTo>
                    <a:lnTo>
                      <a:pt x="652" y="1803"/>
                    </a:lnTo>
                    <a:lnTo>
                      <a:pt x="335" y="1884"/>
                    </a:lnTo>
                    <a:cubicBezTo>
                      <a:pt x="136" y="1930"/>
                      <a:pt x="0" y="2111"/>
                      <a:pt x="0" y="2301"/>
                    </a:cubicBezTo>
                    <a:lnTo>
                      <a:pt x="0" y="2645"/>
                    </a:lnTo>
                    <a:cubicBezTo>
                      <a:pt x="299" y="2844"/>
                      <a:pt x="661" y="2962"/>
                      <a:pt x="1042" y="2962"/>
                    </a:cubicBezTo>
                    <a:cubicBezTo>
                      <a:pt x="1431" y="2962"/>
                      <a:pt x="1793" y="2844"/>
                      <a:pt x="2092" y="2645"/>
                    </a:cubicBezTo>
                    <a:lnTo>
                      <a:pt x="2092" y="2301"/>
                    </a:lnTo>
                    <a:cubicBezTo>
                      <a:pt x="2065" y="2111"/>
                      <a:pt x="1929" y="1939"/>
                      <a:pt x="1739" y="1884"/>
                    </a:cubicBezTo>
                    <a:lnTo>
                      <a:pt x="1422" y="1803"/>
                    </a:lnTo>
                    <a:lnTo>
                      <a:pt x="1422" y="1576"/>
                    </a:lnTo>
                    <a:cubicBezTo>
                      <a:pt x="1639" y="1432"/>
                      <a:pt x="1793" y="1160"/>
                      <a:pt x="1793" y="852"/>
                    </a:cubicBezTo>
                    <a:cubicBezTo>
                      <a:pt x="1793" y="390"/>
                      <a:pt x="1449" y="1"/>
                      <a:pt x="10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1288225" y="3733000"/>
                <a:ext cx="973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3894" extrusionOk="0">
                    <a:moveTo>
                      <a:pt x="1948" y="217"/>
                    </a:moveTo>
                    <a:cubicBezTo>
                      <a:pt x="2898" y="217"/>
                      <a:pt x="3686" y="996"/>
                      <a:pt x="3686" y="1947"/>
                    </a:cubicBezTo>
                    <a:cubicBezTo>
                      <a:pt x="3686" y="2897"/>
                      <a:pt x="2898" y="3676"/>
                      <a:pt x="1948" y="3676"/>
                    </a:cubicBezTo>
                    <a:cubicBezTo>
                      <a:pt x="997" y="3676"/>
                      <a:pt x="218" y="2897"/>
                      <a:pt x="218" y="1947"/>
                    </a:cubicBezTo>
                    <a:cubicBezTo>
                      <a:pt x="218" y="996"/>
                      <a:pt x="997" y="217"/>
                      <a:pt x="1948" y="217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24"/>
                      <a:pt x="879" y="3893"/>
                      <a:pt x="1948" y="3893"/>
                    </a:cubicBezTo>
                    <a:cubicBezTo>
                      <a:pt x="3016" y="3893"/>
                      <a:pt x="3894" y="3024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15"/>
            <p:cNvGrpSpPr/>
            <p:nvPr/>
          </p:nvGrpSpPr>
          <p:grpSpPr>
            <a:xfrm>
              <a:off x="8546794" y="4272246"/>
              <a:ext cx="575268" cy="504709"/>
              <a:chOff x="4102100" y="2494625"/>
              <a:chExt cx="239975" cy="210550"/>
            </a:xfrm>
          </p:grpSpPr>
          <p:sp>
            <p:nvSpPr>
              <p:cNvPr id="719" name="Google Shape;719;p15"/>
              <p:cNvSpPr/>
              <p:nvPr/>
            </p:nvSpPr>
            <p:spPr>
              <a:xfrm>
                <a:off x="4160050" y="25700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8" y="1"/>
                    </a:moveTo>
                    <a:cubicBezTo>
                      <a:pt x="146" y="1"/>
                      <a:pt x="1" y="146"/>
                      <a:pt x="1" y="318"/>
                    </a:cubicBezTo>
                    <a:cubicBezTo>
                      <a:pt x="1" y="499"/>
                      <a:pt x="146" y="635"/>
                      <a:pt x="318" y="635"/>
                    </a:cubicBezTo>
                    <a:cubicBezTo>
                      <a:pt x="499" y="635"/>
                      <a:pt x="635" y="499"/>
                      <a:pt x="635" y="318"/>
                    </a:cubicBezTo>
                    <a:cubicBezTo>
                      <a:pt x="635" y="146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4214150" y="25700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8" y="1"/>
                    </a:moveTo>
                    <a:cubicBezTo>
                      <a:pt x="146" y="1"/>
                      <a:pt x="1" y="146"/>
                      <a:pt x="1" y="318"/>
                    </a:cubicBezTo>
                    <a:cubicBezTo>
                      <a:pt x="1" y="499"/>
                      <a:pt x="146" y="635"/>
                      <a:pt x="318" y="635"/>
                    </a:cubicBezTo>
                    <a:cubicBezTo>
                      <a:pt x="490" y="635"/>
                      <a:pt x="635" y="499"/>
                      <a:pt x="635" y="318"/>
                    </a:cubicBezTo>
                    <a:cubicBezTo>
                      <a:pt x="635" y="146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4268475" y="25700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8" y="1"/>
                    </a:moveTo>
                    <a:cubicBezTo>
                      <a:pt x="146" y="1"/>
                      <a:pt x="1" y="146"/>
                      <a:pt x="1" y="318"/>
                    </a:cubicBezTo>
                    <a:cubicBezTo>
                      <a:pt x="1" y="499"/>
                      <a:pt x="146" y="635"/>
                      <a:pt x="318" y="635"/>
                    </a:cubicBezTo>
                    <a:cubicBezTo>
                      <a:pt x="490" y="635"/>
                      <a:pt x="635" y="499"/>
                      <a:pt x="635" y="318"/>
                    </a:cubicBezTo>
                    <a:cubicBezTo>
                      <a:pt x="635" y="146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4102100" y="2494625"/>
                <a:ext cx="239975" cy="210550"/>
              </a:xfrm>
              <a:custGeom>
                <a:avLst/>
                <a:gdLst/>
                <a:ahLst/>
                <a:cxnLst/>
                <a:rect l="l" t="t" r="r" b="b"/>
                <a:pathLst>
                  <a:path w="9599" h="8422" extrusionOk="0">
                    <a:moveTo>
                      <a:pt x="4800" y="354"/>
                    </a:moveTo>
                    <a:cubicBezTo>
                      <a:pt x="7272" y="354"/>
                      <a:pt x="9273" y="1712"/>
                      <a:pt x="9273" y="3360"/>
                    </a:cubicBezTo>
                    <a:cubicBezTo>
                      <a:pt x="9273" y="5017"/>
                      <a:pt x="7262" y="6357"/>
                      <a:pt x="4809" y="6357"/>
                    </a:cubicBezTo>
                    <a:cubicBezTo>
                      <a:pt x="4447" y="6357"/>
                      <a:pt x="4075" y="6330"/>
                      <a:pt x="3722" y="6266"/>
                    </a:cubicBezTo>
                    <a:lnTo>
                      <a:pt x="3659" y="6257"/>
                    </a:lnTo>
                    <a:lnTo>
                      <a:pt x="2246" y="7145"/>
                    </a:lnTo>
                    <a:lnTo>
                      <a:pt x="2246" y="7145"/>
                    </a:lnTo>
                    <a:lnTo>
                      <a:pt x="3034" y="6112"/>
                    </a:lnTo>
                    <a:lnTo>
                      <a:pt x="2808" y="6031"/>
                    </a:lnTo>
                    <a:cubicBezTo>
                      <a:pt x="1277" y="5515"/>
                      <a:pt x="345" y="4483"/>
                      <a:pt x="345" y="3351"/>
                    </a:cubicBezTo>
                    <a:cubicBezTo>
                      <a:pt x="345" y="1694"/>
                      <a:pt x="2346" y="354"/>
                      <a:pt x="4800" y="354"/>
                    </a:cubicBezTo>
                    <a:close/>
                    <a:moveTo>
                      <a:pt x="4800" y="1"/>
                    </a:moveTo>
                    <a:cubicBezTo>
                      <a:pt x="2156" y="1"/>
                      <a:pt x="1" y="1504"/>
                      <a:pt x="1" y="3342"/>
                    </a:cubicBezTo>
                    <a:cubicBezTo>
                      <a:pt x="1" y="4573"/>
                      <a:pt x="952" y="5669"/>
                      <a:pt x="2482" y="6257"/>
                    </a:cubicBezTo>
                    <a:lnTo>
                      <a:pt x="825" y="8421"/>
                    </a:lnTo>
                    <a:lnTo>
                      <a:pt x="3722" y="6601"/>
                    </a:lnTo>
                    <a:cubicBezTo>
                      <a:pt x="4075" y="6647"/>
                      <a:pt x="4437" y="6674"/>
                      <a:pt x="4800" y="6674"/>
                    </a:cubicBezTo>
                    <a:cubicBezTo>
                      <a:pt x="7453" y="6674"/>
                      <a:pt x="9599" y="5171"/>
                      <a:pt x="9599" y="3342"/>
                    </a:cubicBezTo>
                    <a:cubicBezTo>
                      <a:pt x="9599" y="1495"/>
                      <a:pt x="7453" y="1"/>
                      <a:pt x="48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15"/>
            <p:cNvGrpSpPr/>
            <p:nvPr/>
          </p:nvGrpSpPr>
          <p:grpSpPr>
            <a:xfrm>
              <a:off x="8720308" y="4905859"/>
              <a:ext cx="134611" cy="136667"/>
              <a:chOff x="3025300" y="2525590"/>
              <a:chExt cx="46875" cy="47591"/>
            </a:xfrm>
          </p:grpSpPr>
          <p:sp>
            <p:nvSpPr>
              <p:cNvPr id="724" name="Google Shape;724;p15"/>
              <p:cNvSpPr/>
              <p:nvPr/>
            </p:nvSpPr>
            <p:spPr>
              <a:xfrm>
                <a:off x="3025300" y="2527206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3025300" y="2525590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6" name="Google Shape;726;p15"/>
            <p:cNvSpPr/>
            <p:nvPr/>
          </p:nvSpPr>
          <p:spPr>
            <a:xfrm>
              <a:off x="8904186" y="4777062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 rot="5400000">
              <a:off x="8835421" y="2734060"/>
              <a:ext cx="1384662" cy="1345679"/>
            </a:xfrm>
            <a:custGeom>
              <a:avLst/>
              <a:gdLst/>
              <a:ahLst/>
              <a:cxnLst/>
              <a:rect l="l" t="t" r="r" b="b"/>
              <a:pathLst>
                <a:path w="19287" h="18744" extrusionOk="0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 flipH="1">
              <a:off x="106171" y="194532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06786" y="352837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" name="Google Shape;839;p18"/>
          <p:cNvGrpSpPr/>
          <p:nvPr/>
        </p:nvGrpSpPr>
        <p:grpSpPr>
          <a:xfrm>
            <a:off x="-950960" y="56749"/>
            <a:ext cx="10175950" cy="4967547"/>
            <a:chOff x="-950960" y="56749"/>
            <a:chExt cx="10175950" cy="4967547"/>
          </a:xfrm>
        </p:grpSpPr>
        <p:grpSp>
          <p:nvGrpSpPr>
            <p:cNvPr id="840" name="Google Shape;840;p18"/>
            <p:cNvGrpSpPr/>
            <p:nvPr/>
          </p:nvGrpSpPr>
          <p:grpSpPr>
            <a:xfrm>
              <a:off x="7768177" y="150614"/>
              <a:ext cx="1456813" cy="32594"/>
              <a:chOff x="4101875" y="2224575"/>
              <a:chExt cx="507300" cy="11350"/>
            </a:xfrm>
          </p:grpSpPr>
          <p:sp>
            <p:nvSpPr>
              <p:cNvPr id="841" name="Google Shape;841;p18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4" name="Google Shape;844;p18"/>
            <p:cNvSpPr/>
            <p:nvPr/>
          </p:nvSpPr>
          <p:spPr>
            <a:xfrm rot="-5400000">
              <a:off x="-970452" y="558985"/>
              <a:ext cx="1384662" cy="1345679"/>
            </a:xfrm>
            <a:custGeom>
              <a:avLst/>
              <a:gdLst/>
              <a:ahLst/>
              <a:cxnLst/>
              <a:rect l="l" t="t" r="r" b="b"/>
              <a:pathLst>
                <a:path w="19287" h="18744" extrusionOk="0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63006" y="749079"/>
              <a:ext cx="171584" cy="171153"/>
            </a:xfrm>
            <a:custGeom>
              <a:avLst/>
              <a:gdLst/>
              <a:ahLst/>
              <a:cxnLst/>
              <a:rect l="l" t="t" r="r" b="b"/>
              <a:pathLst>
                <a:path w="2390" h="2384" extrusionOk="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6" name="Google Shape;846;p18"/>
            <p:cNvGrpSpPr/>
            <p:nvPr/>
          </p:nvGrpSpPr>
          <p:grpSpPr>
            <a:xfrm>
              <a:off x="578608" y="229871"/>
              <a:ext cx="134611" cy="132026"/>
              <a:chOff x="3025300" y="2552125"/>
              <a:chExt cx="46875" cy="45975"/>
            </a:xfrm>
          </p:grpSpPr>
          <p:sp>
            <p:nvSpPr>
              <p:cNvPr id="847" name="Google Shape;847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9" name="Google Shape;849;p18"/>
            <p:cNvSpPr/>
            <p:nvPr/>
          </p:nvSpPr>
          <p:spPr>
            <a:xfrm>
              <a:off x="8878974" y="4229625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0" name="Google Shape;850;p18"/>
            <p:cNvGrpSpPr/>
            <p:nvPr/>
          </p:nvGrpSpPr>
          <p:grpSpPr>
            <a:xfrm>
              <a:off x="26741" y="56751"/>
              <a:ext cx="421462" cy="302503"/>
              <a:chOff x="1654750" y="3200363"/>
              <a:chExt cx="208500" cy="149650"/>
            </a:xfrm>
          </p:grpSpPr>
          <p:sp>
            <p:nvSpPr>
              <p:cNvPr id="851" name="Google Shape;851;p18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8095" h="3722" extrusionOk="0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18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avLst/>
                <a:gdLst/>
                <a:ahLst/>
                <a:cxnLst/>
                <a:rect l="l" t="t" r="r" b="b"/>
                <a:pathLst>
                  <a:path w="5099" h="3940" extrusionOk="0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18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335" extrusionOk="0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18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avLst/>
                <a:gdLst/>
                <a:ahLst/>
                <a:cxnLst/>
                <a:rect l="l" t="t" r="r" b="b"/>
                <a:pathLst>
                  <a:path w="2455" h="2246" extrusionOk="0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18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544" extrusionOk="0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18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avLst/>
                <a:gdLst/>
                <a:ahLst/>
                <a:cxnLst/>
                <a:rect l="l" t="t" r="r" b="b"/>
                <a:pathLst>
                  <a:path w="8331" h="5986" extrusionOk="0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18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1612" extrusionOk="0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8" name="Google Shape;858;p18"/>
            <p:cNvGrpSpPr/>
            <p:nvPr/>
          </p:nvGrpSpPr>
          <p:grpSpPr>
            <a:xfrm>
              <a:off x="7187672" y="56749"/>
              <a:ext cx="421442" cy="366907"/>
              <a:chOff x="1742100" y="2304325"/>
              <a:chExt cx="178850" cy="155700"/>
            </a:xfrm>
          </p:grpSpPr>
          <p:sp>
            <p:nvSpPr>
              <p:cNvPr id="859" name="Google Shape;859;p18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8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8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3" name="Google Shape;863;p18"/>
            <p:cNvSpPr/>
            <p:nvPr/>
          </p:nvSpPr>
          <p:spPr>
            <a:xfrm>
              <a:off x="856725" y="3817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4" name="Google Shape;864;p18"/>
            <p:cNvGrpSpPr/>
            <p:nvPr/>
          </p:nvGrpSpPr>
          <p:grpSpPr>
            <a:xfrm>
              <a:off x="8430776" y="4508750"/>
              <a:ext cx="607867" cy="515542"/>
              <a:chOff x="4630425" y="2688625"/>
              <a:chExt cx="211675" cy="179525"/>
            </a:xfrm>
          </p:grpSpPr>
          <p:sp>
            <p:nvSpPr>
              <p:cNvPr id="865" name="Google Shape;865;p18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avLst/>
                <a:gdLst/>
                <a:ahLst/>
                <a:cxnLst/>
                <a:rect l="l" t="t" r="r" b="b"/>
                <a:pathLst>
                  <a:path w="8467" h="7181" extrusionOk="0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2871" h="3333" extrusionOk="0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7" name="Google Shape;867;p18"/>
            <p:cNvSpPr/>
            <p:nvPr/>
          </p:nvSpPr>
          <p:spPr>
            <a:xfrm rot="6165895">
              <a:off x="8024738" y="4742418"/>
              <a:ext cx="250984" cy="261251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 rot="-5400000">
              <a:off x="8559136" y="3751490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7768173" y="313267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8"/>
            <p:cNvGrpSpPr/>
            <p:nvPr/>
          </p:nvGrpSpPr>
          <p:grpSpPr>
            <a:xfrm>
              <a:off x="8208133" y="315596"/>
              <a:ext cx="134611" cy="132026"/>
              <a:chOff x="3025300" y="2552125"/>
              <a:chExt cx="46875" cy="45975"/>
            </a:xfrm>
          </p:grpSpPr>
          <p:sp>
            <p:nvSpPr>
              <p:cNvPr id="871" name="Google Shape;871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73" name="Google Shape;87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18"/>
          <p:cNvSpPr txBox="1">
            <a:spLocks noGrp="1"/>
          </p:cNvSpPr>
          <p:nvPr>
            <p:ph type="subTitle" idx="1"/>
          </p:nvPr>
        </p:nvSpPr>
        <p:spPr>
          <a:xfrm>
            <a:off x="756225" y="2382176"/>
            <a:ext cx="2320500" cy="18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18"/>
          <p:cNvSpPr txBox="1">
            <a:spLocks noGrp="1"/>
          </p:cNvSpPr>
          <p:nvPr>
            <p:ph type="subTitle" idx="2"/>
          </p:nvPr>
        </p:nvSpPr>
        <p:spPr>
          <a:xfrm>
            <a:off x="3409637" y="2382178"/>
            <a:ext cx="2322600" cy="18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18"/>
          <p:cNvSpPr txBox="1">
            <a:spLocks noGrp="1"/>
          </p:cNvSpPr>
          <p:nvPr>
            <p:ph type="subTitle" idx="3"/>
          </p:nvPr>
        </p:nvSpPr>
        <p:spPr>
          <a:xfrm>
            <a:off x="6065150" y="2382178"/>
            <a:ext cx="2322600" cy="18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18"/>
          <p:cNvSpPr txBox="1">
            <a:spLocks noGrp="1"/>
          </p:cNvSpPr>
          <p:nvPr>
            <p:ph type="subTitle" idx="4"/>
          </p:nvPr>
        </p:nvSpPr>
        <p:spPr>
          <a:xfrm>
            <a:off x="756237" y="1778400"/>
            <a:ext cx="2320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18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878" name="Google Shape;878;p18"/>
          <p:cNvSpPr txBox="1">
            <a:spLocks noGrp="1"/>
          </p:cNvSpPr>
          <p:nvPr>
            <p:ph type="subTitle" idx="5"/>
          </p:nvPr>
        </p:nvSpPr>
        <p:spPr>
          <a:xfrm>
            <a:off x="3409650" y="1778400"/>
            <a:ext cx="23226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18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879" name="Google Shape;879;p18"/>
          <p:cNvSpPr txBox="1">
            <a:spLocks noGrp="1"/>
          </p:cNvSpPr>
          <p:nvPr>
            <p:ph type="subTitle" idx="6"/>
          </p:nvPr>
        </p:nvSpPr>
        <p:spPr>
          <a:xfrm>
            <a:off x="6065163" y="1778400"/>
            <a:ext cx="23226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18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sz="2400" b="1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2" name="Google Shape;1212;p23"/>
          <p:cNvGrpSpPr/>
          <p:nvPr/>
        </p:nvGrpSpPr>
        <p:grpSpPr>
          <a:xfrm>
            <a:off x="-116131" y="101001"/>
            <a:ext cx="9211163" cy="4983894"/>
            <a:chOff x="-116131" y="101001"/>
            <a:chExt cx="9211163" cy="4983894"/>
          </a:xfrm>
        </p:grpSpPr>
        <p:grpSp>
          <p:nvGrpSpPr>
            <p:cNvPr id="1213" name="Google Shape;1213;p23"/>
            <p:cNvGrpSpPr/>
            <p:nvPr/>
          </p:nvGrpSpPr>
          <p:grpSpPr>
            <a:xfrm rot="2700000">
              <a:off x="8346587" y="1900058"/>
              <a:ext cx="619570" cy="621149"/>
              <a:chOff x="109775" y="3205350"/>
              <a:chExt cx="215750" cy="216300"/>
            </a:xfrm>
          </p:grpSpPr>
          <p:sp>
            <p:nvSpPr>
              <p:cNvPr id="1214" name="Google Shape;1214;p23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avLst/>
                <a:gdLst/>
                <a:ahLst/>
                <a:cxnLst/>
                <a:rect l="l" t="t" r="r" b="b"/>
                <a:pathLst>
                  <a:path w="5841" h="5654" extrusionOk="0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3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3318" extrusionOk="0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3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824" extrusionOk="0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3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27" extrusionOk="0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3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80" extrusionOk="0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3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1649" extrusionOk="0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3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287" extrusionOk="0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3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172" extrusionOk="0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3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81" extrusionOk="0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3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979" h="959" extrusionOk="0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30" extrusionOk="0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22" extrusionOk="0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3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3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1227" extrusionOk="0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516" extrusionOk="0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50" extrusionOk="0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231" extrusionOk="0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46" extrusionOk="0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2" name="Google Shape;1232;p23"/>
            <p:cNvGrpSpPr/>
            <p:nvPr/>
          </p:nvGrpSpPr>
          <p:grpSpPr>
            <a:xfrm>
              <a:off x="6510377" y="4766839"/>
              <a:ext cx="1456813" cy="32594"/>
              <a:chOff x="4101875" y="2224575"/>
              <a:chExt cx="507300" cy="11350"/>
            </a:xfrm>
          </p:grpSpPr>
          <p:sp>
            <p:nvSpPr>
              <p:cNvPr id="1233" name="Google Shape;1233;p23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6" name="Google Shape;1236;p23"/>
            <p:cNvSpPr/>
            <p:nvPr/>
          </p:nvSpPr>
          <p:spPr>
            <a:xfrm rot="5400000" flipH="1">
              <a:off x="-277664" y="1109984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7" name="Google Shape;1237;p23"/>
            <p:cNvGrpSpPr/>
            <p:nvPr/>
          </p:nvGrpSpPr>
          <p:grpSpPr>
            <a:xfrm>
              <a:off x="194133" y="101001"/>
              <a:ext cx="527890" cy="812619"/>
              <a:chOff x="2071188" y="4170850"/>
              <a:chExt cx="183825" cy="282975"/>
            </a:xfrm>
          </p:grpSpPr>
          <p:sp>
            <p:nvSpPr>
              <p:cNvPr id="1238" name="Google Shape;1238;p23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avLst/>
                <a:gdLst/>
                <a:ahLst/>
                <a:cxnLst/>
                <a:rect l="l" t="t" r="r" b="b"/>
                <a:pathLst>
                  <a:path w="7136" h="11120" extrusionOk="0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11319" extrusionOk="0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554" extrusionOk="0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avLst/>
                <a:gdLst/>
                <a:ahLst/>
                <a:cxnLst/>
                <a:rect l="l" t="t" r="r" b="b"/>
                <a:pathLst>
                  <a:path w="5696" h="7987" extrusionOk="0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3329" extrusionOk="0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689" extrusionOk="0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46" extrusionOk="0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5" name="Google Shape;1245;p23"/>
            <p:cNvSpPr/>
            <p:nvPr/>
          </p:nvSpPr>
          <p:spPr>
            <a:xfrm>
              <a:off x="5598356" y="4913741"/>
              <a:ext cx="171584" cy="171153"/>
            </a:xfrm>
            <a:custGeom>
              <a:avLst/>
              <a:gdLst/>
              <a:ahLst/>
              <a:cxnLst/>
              <a:rect l="l" t="t" r="r" b="b"/>
              <a:pathLst>
                <a:path w="2390" h="2384" extrusionOk="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3"/>
            <p:cNvSpPr/>
            <p:nvPr/>
          </p:nvSpPr>
          <p:spPr>
            <a:xfrm>
              <a:off x="5769961" y="4604004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7" name="Google Shape;1247;p23"/>
            <p:cNvGrpSpPr/>
            <p:nvPr/>
          </p:nvGrpSpPr>
          <p:grpSpPr>
            <a:xfrm>
              <a:off x="8581483" y="1645246"/>
              <a:ext cx="134611" cy="132026"/>
              <a:chOff x="3025300" y="2552125"/>
              <a:chExt cx="46875" cy="45975"/>
            </a:xfrm>
          </p:grpSpPr>
          <p:sp>
            <p:nvSpPr>
              <p:cNvPr id="1248" name="Google Shape;1248;p23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0" name="Google Shape;1250;p23"/>
            <p:cNvGrpSpPr/>
            <p:nvPr/>
          </p:nvGrpSpPr>
          <p:grpSpPr>
            <a:xfrm>
              <a:off x="333809" y="3313928"/>
              <a:ext cx="290585" cy="288587"/>
              <a:chOff x="-4169616" y="1109659"/>
              <a:chExt cx="484389" cy="481058"/>
            </a:xfrm>
          </p:grpSpPr>
          <p:sp>
            <p:nvSpPr>
              <p:cNvPr id="1251" name="Google Shape;1251;p23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1178" extrusionOk="0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1178" extrusionOk="0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3"/>
              <p:cNvSpPr/>
              <p:nvPr/>
            </p:nvSpPr>
            <p:spPr>
              <a:xfrm>
                <a:off x="-4169616" y="1109659"/>
                <a:ext cx="484389" cy="481058"/>
              </a:xfrm>
              <a:custGeom>
                <a:avLst/>
                <a:gdLst/>
                <a:ahLst/>
                <a:cxnLst/>
                <a:rect l="l" t="t" r="r" b="b"/>
                <a:pathLst>
                  <a:path w="2618" h="2600" extrusionOk="0">
                    <a:moveTo>
                      <a:pt x="1323" y="0"/>
                    </a:moveTo>
                    <a:cubicBezTo>
                      <a:pt x="1241" y="0"/>
                      <a:pt x="1160" y="10"/>
                      <a:pt x="1078" y="19"/>
                    </a:cubicBezTo>
                    <a:cubicBezTo>
                      <a:pt x="1024" y="28"/>
                      <a:pt x="988" y="73"/>
                      <a:pt x="1006" y="136"/>
                    </a:cubicBezTo>
                    <a:cubicBezTo>
                      <a:pt x="1013" y="181"/>
                      <a:pt x="1045" y="213"/>
                      <a:pt x="1087" y="213"/>
                    </a:cubicBezTo>
                    <a:cubicBezTo>
                      <a:pt x="1096" y="213"/>
                      <a:pt x="1105" y="212"/>
                      <a:pt x="1115" y="209"/>
                    </a:cubicBezTo>
                    <a:cubicBezTo>
                      <a:pt x="1178" y="200"/>
                      <a:pt x="1250" y="191"/>
                      <a:pt x="1323" y="191"/>
                    </a:cubicBezTo>
                    <a:cubicBezTo>
                      <a:pt x="1939" y="191"/>
                      <a:pt x="2437" y="698"/>
                      <a:pt x="2437" y="1313"/>
                    </a:cubicBezTo>
                    <a:cubicBezTo>
                      <a:pt x="2437" y="1929"/>
                      <a:pt x="1930" y="2427"/>
                      <a:pt x="1323" y="2427"/>
                    </a:cubicBezTo>
                    <a:cubicBezTo>
                      <a:pt x="698" y="2427"/>
                      <a:pt x="200" y="1929"/>
                      <a:pt x="200" y="1313"/>
                    </a:cubicBezTo>
                    <a:cubicBezTo>
                      <a:pt x="200" y="1087"/>
                      <a:pt x="264" y="870"/>
                      <a:pt x="390" y="689"/>
                    </a:cubicBezTo>
                    <a:cubicBezTo>
                      <a:pt x="427" y="643"/>
                      <a:pt x="417" y="589"/>
                      <a:pt x="372" y="553"/>
                    </a:cubicBezTo>
                    <a:cubicBezTo>
                      <a:pt x="350" y="538"/>
                      <a:pt x="327" y="530"/>
                      <a:pt x="305" y="530"/>
                    </a:cubicBezTo>
                    <a:cubicBezTo>
                      <a:pt x="276" y="530"/>
                      <a:pt x="248" y="545"/>
                      <a:pt x="227" y="571"/>
                    </a:cubicBezTo>
                    <a:cubicBezTo>
                      <a:pt x="82" y="788"/>
                      <a:pt x="1" y="1042"/>
                      <a:pt x="1" y="1295"/>
                    </a:cubicBezTo>
                    <a:cubicBezTo>
                      <a:pt x="1" y="2011"/>
                      <a:pt x="580" y="2599"/>
                      <a:pt x="1305" y="2599"/>
                    </a:cubicBezTo>
                    <a:cubicBezTo>
                      <a:pt x="2029" y="2599"/>
                      <a:pt x="2618" y="2011"/>
                      <a:pt x="2618" y="1295"/>
                    </a:cubicBezTo>
                    <a:cubicBezTo>
                      <a:pt x="2618" y="589"/>
                      <a:pt x="2047" y="0"/>
                      <a:pt x="13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3"/>
              <p:cNvSpPr/>
              <p:nvPr/>
            </p:nvSpPr>
            <p:spPr>
              <a:xfrm>
                <a:off x="-4075624" y="1134082"/>
                <a:ext cx="53657" cy="46071"/>
              </a:xfrm>
              <a:custGeom>
                <a:avLst/>
                <a:gdLst/>
                <a:ahLst/>
                <a:cxnLst/>
                <a:rect l="l" t="t" r="r" b="b"/>
                <a:pathLst>
                  <a:path w="290" h="249" extrusionOk="0">
                    <a:moveTo>
                      <a:pt x="190" y="1"/>
                    </a:moveTo>
                    <a:cubicBezTo>
                      <a:pt x="175" y="1"/>
                      <a:pt x="159" y="5"/>
                      <a:pt x="145" y="13"/>
                    </a:cubicBezTo>
                    <a:cubicBezTo>
                      <a:pt x="109" y="31"/>
                      <a:pt x="91" y="50"/>
                      <a:pt x="54" y="68"/>
                    </a:cubicBezTo>
                    <a:cubicBezTo>
                      <a:pt x="9" y="104"/>
                      <a:pt x="0" y="158"/>
                      <a:pt x="27" y="203"/>
                    </a:cubicBezTo>
                    <a:cubicBezTo>
                      <a:pt x="54" y="240"/>
                      <a:pt x="72" y="249"/>
                      <a:pt x="109" y="249"/>
                    </a:cubicBezTo>
                    <a:cubicBezTo>
                      <a:pt x="136" y="249"/>
                      <a:pt x="154" y="249"/>
                      <a:pt x="154" y="213"/>
                    </a:cubicBezTo>
                    <a:cubicBezTo>
                      <a:pt x="181" y="203"/>
                      <a:pt x="208" y="185"/>
                      <a:pt x="235" y="167"/>
                    </a:cubicBezTo>
                    <a:cubicBezTo>
                      <a:pt x="281" y="149"/>
                      <a:pt x="290" y="95"/>
                      <a:pt x="272" y="50"/>
                    </a:cubicBezTo>
                    <a:cubicBezTo>
                      <a:pt x="253" y="19"/>
                      <a:pt x="222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5" name="Google Shape;1255;p23"/>
            <p:cNvGrpSpPr/>
            <p:nvPr/>
          </p:nvGrpSpPr>
          <p:grpSpPr>
            <a:xfrm>
              <a:off x="79718" y="2686939"/>
              <a:ext cx="513604" cy="447124"/>
              <a:chOff x="1742100" y="2304325"/>
              <a:chExt cx="178850" cy="155700"/>
            </a:xfrm>
          </p:grpSpPr>
          <p:sp>
            <p:nvSpPr>
              <p:cNvPr id="1256" name="Google Shape;1256;p23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3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60" name="Google Shape;1260;p23"/>
            <p:cNvSpPr/>
            <p:nvPr/>
          </p:nvSpPr>
          <p:spPr>
            <a:xfrm>
              <a:off x="555950" y="1293238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3"/>
            <p:cNvSpPr/>
            <p:nvPr/>
          </p:nvSpPr>
          <p:spPr>
            <a:xfrm>
              <a:off x="8859363" y="280302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6126212" y="4652507"/>
              <a:ext cx="250987" cy="261253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3" name="Google Shape;1263;p23"/>
            <p:cNvGrpSpPr/>
            <p:nvPr/>
          </p:nvGrpSpPr>
          <p:grpSpPr>
            <a:xfrm>
              <a:off x="8056718" y="4138499"/>
              <a:ext cx="1031730" cy="931005"/>
              <a:chOff x="1484475" y="4559750"/>
              <a:chExt cx="359275" cy="324200"/>
            </a:xfrm>
          </p:grpSpPr>
          <p:sp>
            <p:nvSpPr>
              <p:cNvPr id="1264" name="Google Shape;1264;p23"/>
              <p:cNvSpPr/>
              <p:nvPr/>
            </p:nvSpPr>
            <p:spPr>
              <a:xfrm>
                <a:off x="1484475" y="4559750"/>
                <a:ext cx="359275" cy="232725"/>
              </a:xfrm>
              <a:custGeom>
                <a:avLst/>
                <a:gdLst/>
                <a:ahLst/>
                <a:cxnLst/>
                <a:rect l="l" t="t" r="r" b="b"/>
                <a:pathLst>
                  <a:path w="14371" h="9309" extrusionOk="0">
                    <a:moveTo>
                      <a:pt x="453" y="1"/>
                    </a:moveTo>
                    <a:cubicBezTo>
                      <a:pt x="200" y="1"/>
                      <a:pt x="1" y="209"/>
                      <a:pt x="1" y="454"/>
                    </a:cubicBezTo>
                    <a:lnTo>
                      <a:pt x="1" y="8856"/>
                    </a:lnTo>
                    <a:cubicBezTo>
                      <a:pt x="1" y="9101"/>
                      <a:pt x="200" y="9309"/>
                      <a:pt x="453" y="9309"/>
                    </a:cubicBezTo>
                    <a:lnTo>
                      <a:pt x="10794" y="9309"/>
                    </a:lnTo>
                    <a:cubicBezTo>
                      <a:pt x="10866" y="9309"/>
                      <a:pt x="10902" y="9264"/>
                      <a:pt x="10902" y="9191"/>
                    </a:cubicBezTo>
                    <a:cubicBezTo>
                      <a:pt x="10902" y="9128"/>
                      <a:pt x="10848" y="9082"/>
                      <a:pt x="10794" y="9082"/>
                    </a:cubicBezTo>
                    <a:lnTo>
                      <a:pt x="453" y="9082"/>
                    </a:lnTo>
                    <a:cubicBezTo>
                      <a:pt x="309" y="9082"/>
                      <a:pt x="209" y="8983"/>
                      <a:pt x="209" y="8847"/>
                    </a:cubicBezTo>
                    <a:lnTo>
                      <a:pt x="209" y="445"/>
                    </a:lnTo>
                    <a:cubicBezTo>
                      <a:pt x="209" y="309"/>
                      <a:pt x="309" y="209"/>
                      <a:pt x="453" y="209"/>
                    </a:cubicBezTo>
                    <a:lnTo>
                      <a:pt x="13917" y="209"/>
                    </a:lnTo>
                    <a:cubicBezTo>
                      <a:pt x="14053" y="209"/>
                      <a:pt x="14153" y="309"/>
                      <a:pt x="14153" y="445"/>
                    </a:cubicBezTo>
                    <a:lnTo>
                      <a:pt x="14153" y="8847"/>
                    </a:lnTo>
                    <a:cubicBezTo>
                      <a:pt x="14153" y="8983"/>
                      <a:pt x="14053" y="9082"/>
                      <a:pt x="13917" y="9082"/>
                    </a:cubicBezTo>
                    <a:lnTo>
                      <a:pt x="12650" y="9082"/>
                    </a:lnTo>
                    <a:cubicBezTo>
                      <a:pt x="12577" y="9082"/>
                      <a:pt x="12532" y="9128"/>
                      <a:pt x="12532" y="9191"/>
                    </a:cubicBezTo>
                    <a:cubicBezTo>
                      <a:pt x="12532" y="9264"/>
                      <a:pt x="12595" y="9309"/>
                      <a:pt x="12650" y="9309"/>
                    </a:cubicBezTo>
                    <a:lnTo>
                      <a:pt x="13917" y="9309"/>
                    </a:lnTo>
                    <a:cubicBezTo>
                      <a:pt x="14171" y="9309"/>
                      <a:pt x="14370" y="9101"/>
                      <a:pt x="14370" y="8856"/>
                    </a:cubicBezTo>
                    <a:lnTo>
                      <a:pt x="14370" y="454"/>
                    </a:lnTo>
                    <a:cubicBezTo>
                      <a:pt x="14370" y="209"/>
                      <a:pt x="14171" y="1"/>
                      <a:pt x="139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3"/>
              <p:cNvSpPr/>
              <p:nvPr/>
            </p:nvSpPr>
            <p:spPr>
              <a:xfrm>
                <a:off x="1596075" y="4835250"/>
                <a:ext cx="135400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16" h="1948" extrusionOk="0">
                    <a:moveTo>
                      <a:pt x="2708" y="218"/>
                    </a:moveTo>
                    <a:cubicBezTo>
                      <a:pt x="4175" y="218"/>
                      <a:pt x="5198" y="616"/>
                      <a:pt x="5198" y="979"/>
                    </a:cubicBezTo>
                    <a:cubicBezTo>
                      <a:pt x="5198" y="1250"/>
                      <a:pt x="4591" y="1585"/>
                      <a:pt x="3459" y="1703"/>
                    </a:cubicBezTo>
                    <a:cubicBezTo>
                      <a:pt x="3351" y="1712"/>
                      <a:pt x="3251" y="1712"/>
                      <a:pt x="3151" y="1721"/>
                    </a:cubicBezTo>
                    <a:cubicBezTo>
                      <a:pt x="3007" y="1739"/>
                      <a:pt x="2853" y="1739"/>
                      <a:pt x="2708" y="1739"/>
                    </a:cubicBezTo>
                    <a:cubicBezTo>
                      <a:pt x="1232" y="1739"/>
                      <a:pt x="218" y="1341"/>
                      <a:pt x="218" y="979"/>
                    </a:cubicBezTo>
                    <a:cubicBezTo>
                      <a:pt x="218" y="616"/>
                      <a:pt x="1232" y="218"/>
                      <a:pt x="2708" y="218"/>
                    </a:cubicBezTo>
                    <a:close/>
                    <a:moveTo>
                      <a:pt x="2708" y="1"/>
                    </a:moveTo>
                    <a:cubicBezTo>
                      <a:pt x="1395" y="1"/>
                      <a:pt x="1" y="345"/>
                      <a:pt x="1" y="979"/>
                    </a:cubicBezTo>
                    <a:cubicBezTo>
                      <a:pt x="1" y="1612"/>
                      <a:pt x="1395" y="1947"/>
                      <a:pt x="2708" y="1947"/>
                    </a:cubicBezTo>
                    <a:cubicBezTo>
                      <a:pt x="2871" y="1947"/>
                      <a:pt x="3016" y="1938"/>
                      <a:pt x="3161" y="1938"/>
                    </a:cubicBezTo>
                    <a:cubicBezTo>
                      <a:pt x="3269" y="1938"/>
                      <a:pt x="3378" y="1929"/>
                      <a:pt x="3477" y="1920"/>
                    </a:cubicBezTo>
                    <a:cubicBezTo>
                      <a:pt x="4655" y="1794"/>
                      <a:pt x="5415" y="1431"/>
                      <a:pt x="5415" y="979"/>
                    </a:cubicBezTo>
                    <a:cubicBezTo>
                      <a:pt x="5415" y="345"/>
                      <a:pt x="4021" y="1"/>
                      <a:pt x="27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3"/>
              <p:cNvSpPr/>
              <p:nvPr/>
            </p:nvSpPr>
            <p:spPr>
              <a:xfrm>
                <a:off x="1665800" y="4850425"/>
                <a:ext cx="952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227" extrusionOk="0">
                    <a:moveTo>
                      <a:pt x="109" y="0"/>
                    </a:moveTo>
                    <a:cubicBezTo>
                      <a:pt x="46" y="0"/>
                      <a:pt x="0" y="46"/>
                      <a:pt x="0" y="109"/>
                    </a:cubicBezTo>
                    <a:cubicBezTo>
                      <a:pt x="0" y="181"/>
                      <a:pt x="55" y="227"/>
                      <a:pt x="109" y="227"/>
                    </a:cubicBezTo>
                    <a:lnTo>
                      <a:pt x="272" y="227"/>
                    </a:lnTo>
                    <a:cubicBezTo>
                      <a:pt x="326" y="227"/>
                      <a:pt x="381" y="181"/>
                      <a:pt x="381" y="109"/>
                    </a:cubicBezTo>
                    <a:cubicBezTo>
                      <a:pt x="381" y="46"/>
                      <a:pt x="326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1768100" y="4786800"/>
                <a:ext cx="131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27" extrusionOk="0">
                    <a:moveTo>
                      <a:pt x="119" y="0"/>
                    </a:moveTo>
                    <a:cubicBezTo>
                      <a:pt x="46" y="0"/>
                      <a:pt x="1" y="46"/>
                      <a:pt x="1" y="109"/>
                    </a:cubicBezTo>
                    <a:cubicBezTo>
                      <a:pt x="1" y="182"/>
                      <a:pt x="55" y="227"/>
                      <a:pt x="119" y="227"/>
                    </a:cubicBezTo>
                    <a:lnTo>
                      <a:pt x="408" y="227"/>
                    </a:lnTo>
                    <a:cubicBezTo>
                      <a:pt x="481" y="227"/>
                      <a:pt x="526" y="182"/>
                      <a:pt x="526" y="109"/>
                    </a:cubicBezTo>
                    <a:cubicBezTo>
                      <a:pt x="526" y="46"/>
                      <a:pt x="463" y="0"/>
                      <a:pt x="4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3"/>
              <p:cNvSpPr/>
              <p:nvPr/>
            </p:nvSpPr>
            <p:spPr>
              <a:xfrm>
                <a:off x="1507575" y="4584200"/>
                <a:ext cx="312625" cy="184300"/>
              </a:xfrm>
              <a:custGeom>
                <a:avLst/>
                <a:gdLst/>
                <a:ahLst/>
                <a:cxnLst/>
                <a:rect l="l" t="t" r="r" b="b"/>
                <a:pathLst>
                  <a:path w="12505" h="7372" extrusionOk="0">
                    <a:moveTo>
                      <a:pt x="281" y="1"/>
                    </a:moveTo>
                    <a:cubicBezTo>
                      <a:pt x="127" y="1"/>
                      <a:pt x="0" y="127"/>
                      <a:pt x="0" y="281"/>
                    </a:cubicBezTo>
                    <a:lnTo>
                      <a:pt x="0" y="7081"/>
                    </a:lnTo>
                    <a:cubicBezTo>
                      <a:pt x="0" y="7244"/>
                      <a:pt x="127" y="7371"/>
                      <a:pt x="281" y="7371"/>
                    </a:cubicBezTo>
                    <a:lnTo>
                      <a:pt x="12224" y="7371"/>
                    </a:lnTo>
                    <a:cubicBezTo>
                      <a:pt x="12387" y="7371"/>
                      <a:pt x="12504" y="7244"/>
                      <a:pt x="12495" y="7081"/>
                    </a:cubicBezTo>
                    <a:lnTo>
                      <a:pt x="12495" y="281"/>
                    </a:lnTo>
                    <a:cubicBezTo>
                      <a:pt x="12495" y="127"/>
                      <a:pt x="12369" y="1"/>
                      <a:pt x="122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1520250" y="4635350"/>
                <a:ext cx="287275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11491" h="3207" extrusionOk="0">
                    <a:moveTo>
                      <a:pt x="11420" y="0"/>
                    </a:moveTo>
                    <a:cubicBezTo>
                      <a:pt x="11409" y="0"/>
                      <a:pt x="11398" y="3"/>
                      <a:pt x="11391" y="10"/>
                    </a:cubicBezTo>
                    <a:lnTo>
                      <a:pt x="8910" y="1676"/>
                    </a:lnTo>
                    <a:lnTo>
                      <a:pt x="7651" y="825"/>
                    </a:lnTo>
                    <a:cubicBezTo>
                      <a:pt x="7642" y="820"/>
                      <a:pt x="7631" y="818"/>
                      <a:pt x="7620" y="818"/>
                    </a:cubicBezTo>
                    <a:cubicBezTo>
                      <a:pt x="7608" y="818"/>
                      <a:pt x="7597" y="820"/>
                      <a:pt x="7588" y="825"/>
                    </a:cubicBezTo>
                    <a:lnTo>
                      <a:pt x="4346" y="2708"/>
                    </a:lnTo>
                    <a:lnTo>
                      <a:pt x="2309" y="1821"/>
                    </a:lnTo>
                    <a:cubicBezTo>
                      <a:pt x="2300" y="1816"/>
                      <a:pt x="2289" y="1814"/>
                      <a:pt x="2279" y="1814"/>
                    </a:cubicBezTo>
                    <a:cubicBezTo>
                      <a:pt x="2268" y="1814"/>
                      <a:pt x="2259" y="1816"/>
                      <a:pt x="2255" y="1821"/>
                    </a:cubicBezTo>
                    <a:lnTo>
                      <a:pt x="36" y="3089"/>
                    </a:lnTo>
                    <a:cubicBezTo>
                      <a:pt x="0" y="3107"/>
                      <a:pt x="0" y="3134"/>
                      <a:pt x="18" y="3170"/>
                    </a:cubicBezTo>
                    <a:cubicBezTo>
                      <a:pt x="27" y="3197"/>
                      <a:pt x="46" y="3206"/>
                      <a:pt x="73" y="3206"/>
                    </a:cubicBezTo>
                    <a:cubicBezTo>
                      <a:pt x="82" y="3206"/>
                      <a:pt x="91" y="3206"/>
                      <a:pt x="91" y="3179"/>
                    </a:cubicBezTo>
                    <a:lnTo>
                      <a:pt x="2291" y="1930"/>
                    </a:lnTo>
                    <a:lnTo>
                      <a:pt x="4328" y="2808"/>
                    </a:lnTo>
                    <a:cubicBezTo>
                      <a:pt x="4337" y="2812"/>
                      <a:pt x="4349" y="2815"/>
                      <a:pt x="4359" y="2815"/>
                    </a:cubicBezTo>
                    <a:cubicBezTo>
                      <a:pt x="4369" y="2815"/>
                      <a:pt x="4378" y="2812"/>
                      <a:pt x="4383" y="2808"/>
                    </a:cubicBezTo>
                    <a:lnTo>
                      <a:pt x="7624" y="943"/>
                    </a:lnTo>
                    <a:lnTo>
                      <a:pt x="8874" y="1794"/>
                    </a:lnTo>
                    <a:cubicBezTo>
                      <a:pt x="8887" y="1798"/>
                      <a:pt x="8899" y="1801"/>
                      <a:pt x="8910" y="1801"/>
                    </a:cubicBezTo>
                    <a:cubicBezTo>
                      <a:pt x="8921" y="1801"/>
                      <a:pt x="8933" y="1798"/>
                      <a:pt x="8946" y="1794"/>
                    </a:cubicBezTo>
                    <a:lnTo>
                      <a:pt x="11454" y="101"/>
                    </a:lnTo>
                    <a:cubicBezTo>
                      <a:pt x="11481" y="92"/>
                      <a:pt x="11490" y="46"/>
                      <a:pt x="11472" y="19"/>
                    </a:cubicBezTo>
                    <a:cubicBezTo>
                      <a:pt x="11461" y="8"/>
                      <a:pt x="11440" y="0"/>
                      <a:pt x="114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1566650" y="4672475"/>
                <a:ext cx="21525" cy="2155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862" extrusionOk="0">
                    <a:moveTo>
                      <a:pt x="435" y="1"/>
                    </a:moveTo>
                    <a:cubicBezTo>
                      <a:pt x="200" y="1"/>
                      <a:pt x="0" y="191"/>
                      <a:pt x="0" y="427"/>
                    </a:cubicBezTo>
                    <a:cubicBezTo>
                      <a:pt x="0" y="662"/>
                      <a:pt x="200" y="861"/>
                      <a:pt x="435" y="861"/>
                    </a:cubicBezTo>
                    <a:cubicBezTo>
                      <a:pt x="670" y="861"/>
                      <a:pt x="861" y="662"/>
                      <a:pt x="861" y="427"/>
                    </a:cubicBezTo>
                    <a:cubicBezTo>
                      <a:pt x="861" y="191"/>
                      <a:pt x="670" y="1"/>
                      <a:pt x="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1700200" y="4647575"/>
                <a:ext cx="21525" cy="2155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862" extrusionOk="0">
                    <a:moveTo>
                      <a:pt x="451" y="1"/>
                    </a:moveTo>
                    <a:cubicBezTo>
                      <a:pt x="446" y="1"/>
                      <a:pt x="441" y="1"/>
                      <a:pt x="435" y="1"/>
                    </a:cubicBezTo>
                    <a:cubicBezTo>
                      <a:pt x="200" y="1"/>
                      <a:pt x="1" y="191"/>
                      <a:pt x="1" y="427"/>
                    </a:cubicBezTo>
                    <a:cubicBezTo>
                      <a:pt x="1" y="662"/>
                      <a:pt x="200" y="861"/>
                      <a:pt x="435" y="861"/>
                    </a:cubicBezTo>
                    <a:cubicBezTo>
                      <a:pt x="671" y="861"/>
                      <a:pt x="861" y="671"/>
                      <a:pt x="861" y="427"/>
                    </a:cubicBezTo>
                    <a:cubicBezTo>
                      <a:pt x="861" y="188"/>
                      <a:pt x="679" y="1"/>
                      <a:pt x="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1618250" y="4694000"/>
                <a:ext cx="21550" cy="21525"/>
              </a:xfrm>
              <a:custGeom>
                <a:avLst/>
                <a:gdLst/>
                <a:ahLst/>
                <a:cxnLst/>
                <a:rect l="l" t="t" r="r" b="b"/>
                <a:pathLst>
                  <a:path w="862" h="861" extrusionOk="0">
                    <a:moveTo>
                      <a:pt x="426" y="0"/>
                    </a:moveTo>
                    <a:cubicBezTo>
                      <a:pt x="191" y="0"/>
                      <a:pt x="1" y="190"/>
                      <a:pt x="1" y="426"/>
                    </a:cubicBezTo>
                    <a:cubicBezTo>
                      <a:pt x="1" y="661"/>
                      <a:pt x="191" y="860"/>
                      <a:pt x="426" y="860"/>
                    </a:cubicBezTo>
                    <a:cubicBezTo>
                      <a:pt x="662" y="860"/>
                      <a:pt x="861" y="661"/>
                      <a:pt x="861" y="426"/>
                    </a:cubicBezTo>
                    <a:cubicBezTo>
                      <a:pt x="861" y="190"/>
                      <a:pt x="662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1732575" y="4669325"/>
                <a:ext cx="21525" cy="21525"/>
              </a:xfrm>
              <a:custGeom>
                <a:avLst/>
                <a:gdLst/>
                <a:ahLst/>
                <a:cxnLst/>
                <a:rect l="l" t="t" r="r" b="b"/>
                <a:pathLst>
                  <a:path w="861" h="861" extrusionOk="0">
                    <a:moveTo>
                      <a:pt x="426" y="0"/>
                    </a:moveTo>
                    <a:cubicBezTo>
                      <a:pt x="191" y="0"/>
                      <a:pt x="0" y="190"/>
                      <a:pt x="0" y="435"/>
                    </a:cubicBezTo>
                    <a:cubicBezTo>
                      <a:pt x="0" y="670"/>
                      <a:pt x="191" y="860"/>
                      <a:pt x="426" y="860"/>
                    </a:cubicBezTo>
                    <a:cubicBezTo>
                      <a:pt x="661" y="860"/>
                      <a:pt x="861" y="670"/>
                      <a:pt x="861" y="435"/>
                    </a:cubicBezTo>
                    <a:cubicBezTo>
                      <a:pt x="861" y="190"/>
                      <a:pt x="661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74" name="Google Shape;1274;p23"/>
              <p:cNvGrpSpPr/>
              <p:nvPr/>
            </p:nvGrpSpPr>
            <p:grpSpPr>
              <a:xfrm>
                <a:off x="1635225" y="4787500"/>
                <a:ext cx="56850" cy="68600"/>
                <a:chOff x="1635225" y="4787500"/>
                <a:chExt cx="56850" cy="68600"/>
              </a:xfrm>
            </p:grpSpPr>
            <p:sp>
              <p:nvSpPr>
                <p:cNvPr id="1275" name="Google Shape;1275;p23"/>
                <p:cNvSpPr/>
                <p:nvPr/>
              </p:nvSpPr>
              <p:spPr>
                <a:xfrm>
                  <a:off x="1638625" y="4790200"/>
                  <a:ext cx="50975" cy="6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2519" extrusionOk="0">
                      <a:moveTo>
                        <a:pt x="1" y="1"/>
                      </a:moveTo>
                      <a:lnTo>
                        <a:pt x="1" y="2518"/>
                      </a:lnTo>
                      <a:lnTo>
                        <a:pt x="2038" y="2518"/>
                      </a:lnTo>
                      <a:lnTo>
                        <a:pt x="203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23"/>
                <p:cNvSpPr/>
                <p:nvPr/>
              </p:nvSpPr>
              <p:spPr>
                <a:xfrm>
                  <a:off x="1635225" y="4787500"/>
                  <a:ext cx="56850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4" h="2744" extrusionOk="0">
                      <a:moveTo>
                        <a:pt x="110" y="0"/>
                      </a:moveTo>
                      <a:cubicBezTo>
                        <a:pt x="46" y="0"/>
                        <a:pt x="1" y="55"/>
                        <a:pt x="1" y="118"/>
                      </a:cubicBezTo>
                      <a:lnTo>
                        <a:pt x="1" y="2626"/>
                      </a:lnTo>
                      <a:cubicBezTo>
                        <a:pt x="1" y="2698"/>
                        <a:pt x="55" y="2744"/>
                        <a:pt x="110" y="2744"/>
                      </a:cubicBezTo>
                      <a:lnTo>
                        <a:pt x="707" y="2744"/>
                      </a:lnTo>
                      <a:cubicBezTo>
                        <a:pt x="780" y="2744"/>
                        <a:pt x="825" y="2698"/>
                        <a:pt x="825" y="2626"/>
                      </a:cubicBezTo>
                      <a:cubicBezTo>
                        <a:pt x="825" y="2563"/>
                        <a:pt x="771" y="2517"/>
                        <a:pt x="707" y="2517"/>
                      </a:cubicBezTo>
                      <a:lnTo>
                        <a:pt x="227" y="2517"/>
                      </a:lnTo>
                      <a:lnTo>
                        <a:pt x="227" y="218"/>
                      </a:lnTo>
                      <a:lnTo>
                        <a:pt x="2047" y="218"/>
                      </a:lnTo>
                      <a:lnTo>
                        <a:pt x="2047" y="2517"/>
                      </a:lnTo>
                      <a:lnTo>
                        <a:pt x="1875" y="2517"/>
                      </a:lnTo>
                      <a:cubicBezTo>
                        <a:pt x="1812" y="2517"/>
                        <a:pt x="1767" y="2563"/>
                        <a:pt x="1767" y="2626"/>
                      </a:cubicBezTo>
                      <a:cubicBezTo>
                        <a:pt x="1767" y="2698"/>
                        <a:pt x="1821" y="2744"/>
                        <a:pt x="1875" y="2744"/>
                      </a:cubicBezTo>
                      <a:lnTo>
                        <a:pt x="2156" y="2744"/>
                      </a:lnTo>
                      <a:cubicBezTo>
                        <a:pt x="2228" y="2744"/>
                        <a:pt x="2274" y="2680"/>
                        <a:pt x="2265" y="2626"/>
                      </a:cubicBezTo>
                      <a:lnTo>
                        <a:pt x="2265" y="118"/>
                      </a:lnTo>
                      <a:cubicBezTo>
                        <a:pt x="2265" y="46"/>
                        <a:pt x="2201" y="0"/>
                        <a:pt x="21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77" name="Google Shape;1277;p23"/>
            <p:cNvSpPr/>
            <p:nvPr/>
          </p:nvSpPr>
          <p:spPr>
            <a:xfrm rot="5400000">
              <a:off x="8003718" y="3340135"/>
              <a:ext cx="1305331" cy="32594"/>
            </a:xfrm>
            <a:custGeom>
              <a:avLst/>
              <a:gdLst/>
              <a:ahLst/>
              <a:cxnLst/>
              <a:rect l="l" t="t" r="r" b="b"/>
              <a:pathLst>
                <a:path w="18182" h="454" extrusionOk="0">
                  <a:moveTo>
                    <a:pt x="226" y="1"/>
                  </a:moveTo>
                  <a:cubicBezTo>
                    <a:pt x="109" y="1"/>
                    <a:pt x="0" y="109"/>
                    <a:pt x="0" y="227"/>
                  </a:cubicBezTo>
                  <a:cubicBezTo>
                    <a:pt x="0" y="354"/>
                    <a:pt x="109" y="453"/>
                    <a:pt x="226" y="453"/>
                  </a:cubicBezTo>
                  <a:cubicBezTo>
                    <a:pt x="353" y="453"/>
                    <a:pt x="453" y="354"/>
                    <a:pt x="453" y="227"/>
                  </a:cubicBezTo>
                  <a:cubicBezTo>
                    <a:pt x="453" y="109"/>
                    <a:pt x="353" y="1"/>
                    <a:pt x="226" y="1"/>
                  </a:cubicBezTo>
                  <a:close/>
                  <a:moveTo>
                    <a:pt x="1268" y="1"/>
                  </a:moveTo>
                  <a:cubicBezTo>
                    <a:pt x="1150" y="1"/>
                    <a:pt x="1041" y="109"/>
                    <a:pt x="1041" y="227"/>
                  </a:cubicBezTo>
                  <a:cubicBezTo>
                    <a:pt x="1041" y="354"/>
                    <a:pt x="1150" y="453"/>
                    <a:pt x="1268" y="453"/>
                  </a:cubicBezTo>
                  <a:cubicBezTo>
                    <a:pt x="1395" y="453"/>
                    <a:pt x="1494" y="354"/>
                    <a:pt x="1494" y="227"/>
                  </a:cubicBezTo>
                  <a:cubicBezTo>
                    <a:pt x="1494" y="109"/>
                    <a:pt x="1395" y="1"/>
                    <a:pt x="1268" y="1"/>
                  </a:cubicBezTo>
                  <a:close/>
                  <a:moveTo>
                    <a:pt x="2309" y="1"/>
                  </a:moveTo>
                  <a:cubicBezTo>
                    <a:pt x="2191" y="1"/>
                    <a:pt x="2083" y="109"/>
                    <a:pt x="2083" y="227"/>
                  </a:cubicBezTo>
                  <a:cubicBezTo>
                    <a:pt x="2083" y="354"/>
                    <a:pt x="2191" y="453"/>
                    <a:pt x="2309" y="453"/>
                  </a:cubicBezTo>
                  <a:cubicBezTo>
                    <a:pt x="2436" y="453"/>
                    <a:pt x="2535" y="354"/>
                    <a:pt x="2535" y="227"/>
                  </a:cubicBezTo>
                  <a:cubicBezTo>
                    <a:pt x="2535" y="109"/>
                    <a:pt x="2436" y="1"/>
                    <a:pt x="2309" y="1"/>
                  </a:cubicBezTo>
                  <a:close/>
                  <a:moveTo>
                    <a:pt x="3350" y="1"/>
                  </a:moveTo>
                  <a:cubicBezTo>
                    <a:pt x="3233" y="1"/>
                    <a:pt x="3124" y="109"/>
                    <a:pt x="3124" y="227"/>
                  </a:cubicBezTo>
                  <a:cubicBezTo>
                    <a:pt x="3124" y="354"/>
                    <a:pt x="3233" y="453"/>
                    <a:pt x="3350" y="453"/>
                  </a:cubicBezTo>
                  <a:cubicBezTo>
                    <a:pt x="3477" y="453"/>
                    <a:pt x="3577" y="354"/>
                    <a:pt x="3577" y="227"/>
                  </a:cubicBezTo>
                  <a:cubicBezTo>
                    <a:pt x="3577" y="109"/>
                    <a:pt x="3477" y="1"/>
                    <a:pt x="3350" y="1"/>
                  </a:cubicBezTo>
                  <a:close/>
                  <a:moveTo>
                    <a:pt x="4392" y="1"/>
                  </a:moveTo>
                  <a:cubicBezTo>
                    <a:pt x="4274" y="1"/>
                    <a:pt x="4165" y="109"/>
                    <a:pt x="4165" y="227"/>
                  </a:cubicBezTo>
                  <a:cubicBezTo>
                    <a:pt x="4165" y="354"/>
                    <a:pt x="4274" y="453"/>
                    <a:pt x="4392" y="453"/>
                  </a:cubicBezTo>
                  <a:cubicBezTo>
                    <a:pt x="4518" y="453"/>
                    <a:pt x="4618" y="354"/>
                    <a:pt x="4618" y="227"/>
                  </a:cubicBezTo>
                  <a:cubicBezTo>
                    <a:pt x="4618" y="109"/>
                    <a:pt x="4518" y="1"/>
                    <a:pt x="4392" y="1"/>
                  </a:cubicBezTo>
                  <a:close/>
                  <a:moveTo>
                    <a:pt x="5433" y="1"/>
                  </a:moveTo>
                  <a:cubicBezTo>
                    <a:pt x="5315" y="1"/>
                    <a:pt x="5206" y="109"/>
                    <a:pt x="5206" y="227"/>
                  </a:cubicBezTo>
                  <a:cubicBezTo>
                    <a:pt x="5206" y="354"/>
                    <a:pt x="5315" y="453"/>
                    <a:pt x="5433" y="453"/>
                  </a:cubicBezTo>
                  <a:cubicBezTo>
                    <a:pt x="5560" y="453"/>
                    <a:pt x="5659" y="354"/>
                    <a:pt x="5659" y="227"/>
                  </a:cubicBezTo>
                  <a:cubicBezTo>
                    <a:pt x="5659" y="109"/>
                    <a:pt x="5560" y="1"/>
                    <a:pt x="5433" y="1"/>
                  </a:cubicBezTo>
                  <a:close/>
                  <a:moveTo>
                    <a:pt x="6492" y="1"/>
                  </a:moveTo>
                  <a:cubicBezTo>
                    <a:pt x="6365" y="1"/>
                    <a:pt x="6266" y="109"/>
                    <a:pt x="6266" y="227"/>
                  </a:cubicBezTo>
                  <a:cubicBezTo>
                    <a:pt x="6266" y="354"/>
                    <a:pt x="6365" y="453"/>
                    <a:pt x="6492" y="453"/>
                  </a:cubicBezTo>
                  <a:cubicBezTo>
                    <a:pt x="6610" y="453"/>
                    <a:pt x="6719" y="354"/>
                    <a:pt x="6719" y="227"/>
                  </a:cubicBezTo>
                  <a:cubicBezTo>
                    <a:pt x="6719" y="109"/>
                    <a:pt x="6610" y="1"/>
                    <a:pt x="6492" y="1"/>
                  </a:cubicBezTo>
                  <a:close/>
                  <a:moveTo>
                    <a:pt x="7533" y="1"/>
                  </a:moveTo>
                  <a:cubicBezTo>
                    <a:pt x="7407" y="1"/>
                    <a:pt x="7307" y="109"/>
                    <a:pt x="7307" y="227"/>
                  </a:cubicBezTo>
                  <a:cubicBezTo>
                    <a:pt x="7307" y="354"/>
                    <a:pt x="7407" y="453"/>
                    <a:pt x="7533" y="453"/>
                  </a:cubicBezTo>
                  <a:cubicBezTo>
                    <a:pt x="7651" y="453"/>
                    <a:pt x="7760" y="354"/>
                    <a:pt x="7760" y="227"/>
                  </a:cubicBezTo>
                  <a:cubicBezTo>
                    <a:pt x="7760" y="109"/>
                    <a:pt x="7651" y="1"/>
                    <a:pt x="7533" y="1"/>
                  </a:cubicBezTo>
                  <a:close/>
                  <a:moveTo>
                    <a:pt x="8575" y="1"/>
                  </a:moveTo>
                  <a:cubicBezTo>
                    <a:pt x="8448" y="1"/>
                    <a:pt x="8348" y="109"/>
                    <a:pt x="8348" y="227"/>
                  </a:cubicBezTo>
                  <a:cubicBezTo>
                    <a:pt x="8348" y="354"/>
                    <a:pt x="8448" y="453"/>
                    <a:pt x="8575" y="453"/>
                  </a:cubicBezTo>
                  <a:cubicBezTo>
                    <a:pt x="8692" y="453"/>
                    <a:pt x="8801" y="354"/>
                    <a:pt x="8801" y="227"/>
                  </a:cubicBezTo>
                  <a:cubicBezTo>
                    <a:pt x="8801" y="109"/>
                    <a:pt x="8692" y="1"/>
                    <a:pt x="8575" y="1"/>
                  </a:cubicBezTo>
                  <a:close/>
                  <a:moveTo>
                    <a:pt x="9616" y="1"/>
                  </a:moveTo>
                  <a:cubicBezTo>
                    <a:pt x="9489" y="1"/>
                    <a:pt x="9390" y="109"/>
                    <a:pt x="9390" y="227"/>
                  </a:cubicBezTo>
                  <a:cubicBezTo>
                    <a:pt x="9390" y="354"/>
                    <a:pt x="9489" y="453"/>
                    <a:pt x="9616" y="453"/>
                  </a:cubicBezTo>
                  <a:cubicBezTo>
                    <a:pt x="9734" y="453"/>
                    <a:pt x="9842" y="354"/>
                    <a:pt x="9842" y="227"/>
                  </a:cubicBezTo>
                  <a:cubicBezTo>
                    <a:pt x="9842" y="109"/>
                    <a:pt x="9734" y="1"/>
                    <a:pt x="9616" y="1"/>
                  </a:cubicBezTo>
                  <a:close/>
                  <a:moveTo>
                    <a:pt x="10657" y="1"/>
                  </a:moveTo>
                  <a:cubicBezTo>
                    <a:pt x="10530" y="1"/>
                    <a:pt x="10431" y="109"/>
                    <a:pt x="10431" y="227"/>
                  </a:cubicBezTo>
                  <a:cubicBezTo>
                    <a:pt x="10431" y="354"/>
                    <a:pt x="10530" y="453"/>
                    <a:pt x="10657" y="453"/>
                  </a:cubicBezTo>
                  <a:cubicBezTo>
                    <a:pt x="10775" y="453"/>
                    <a:pt x="10884" y="354"/>
                    <a:pt x="10884" y="227"/>
                  </a:cubicBezTo>
                  <a:cubicBezTo>
                    <a:pt x="10884" y="109"/>
                    <a:pt x="10775" y="1"/>
                    <a:pt x="10657" y="1"/>
                  </a:cubicBezTo>
                  <a:close/>
                  <a:moveTo>
                    <a:pt x="11698" y="1"/>
                  </a:moveTo>
                  <a:cubicBezTo>
                    <a:pt x="11572" y="1"/>
                    <a:pt x="11472" y="109"/>
                    <a:pt x="11472" y="227"/>
                  </a:cubicBezTo>
                  <a:cubicBezTo>
                    <a:pt x="11472" y="354"/>
                    <a:pt x="11572" y="453"/>
                    <a:pt x="11698" y="453"/>
                  </a:cubicBezTo>
                  <a:cubicBezTo>
                    <a:pt x="11816" y="453"/>
                    <a:pt x="11925" y="354"/>
                    <a:pt x="11925" y="227"/>
                  </a:cubicBezTo>
                  <a:cubicBezTo>
                    <a:pt x="11925" y="109"/>
                    <a:pt x="11816" y="1"/>
                    <a:pt x="11698" y="1"/>
                  </a:cubicBezTo>
                  <a:close/>
                  <a:moveTo>
                    <a:pt x="12749" y="1"/>
                  </a:moveTo>
                  <a:cubicBezTo>
                    <a:pt x="12622" y="1"/>
                    <a:pt x="12522" y="109"/>
                    <a:pt x="12522" y="227"/>
                  </a:cubicBezTo>
                  <a:cubicBezTo>
                    <a:pt x="12522" y="354"/>
                    <a:pt x="12622" y="453"/>
                    <a:pt x="12749" y="453"/>
                  </a:cubicBezTo>
                  <a:cubicBezTo>
                    <a:pt x="12876" y="453"/>
                    <a:pt x="12975" y="354"/>
                    <a:pt x="12975" y="227"/>
                  </a:cubicBezTo>
                  <a:cubicBezTo>
                    <a:pt x="12975" y="109"/>
                    <a:pt x="12876" y="1"/>
                    <a:pt x="12749" y="1"/>
                  </a:cubicBezTo>
                  <a:close/>
                  <a:moveTo>
                    <a:pt x="13790" y="1"/>
                  </a:moveTo>
                  <a:cubicBezTo>
                    <a:pt x="13663" y="1"/>
                    <a:pt x="13564" y="109"/>
                    <a:pt x="13564" y="227"/>
                  </a:cubicBezTo>
                  <a:cubicBezTo>
                    <a:pt x="13564" y="354"/>
                    <a:pt x="13663" y="453"/>
                    <a:pt x="13790" y="453"/>
                  </a:cubicBezTo>
                  <a:cubicBezTo>
                    <a:pt x="13917" y="453"/>
                    <a:pt x="14016" y="354"/>
                    <a:pt x="14016" y="227"/>
                  </a:cubicBezTo>
                  <a:cubicBezTo>
                    <a:pt x="14016" y="109"/>
                    <a:pt x="13917" y="1"/>
                    <a:pt x="13790" y="1"/>
                  </a:cubicBezTo>
                  <a:close/>
                  <a:moveTo>
                    <a:pt x="14831" y="1"/>
                  </a:moveTo>
                  <a:cubicBezTo>
                    <a:pt x="14705" y="1"/>
                    <a:pt x="14605" y="109"/>
                    <a:pt x="14605" y="227"/>
                  </a:cubicBezTo>
                  <a:cubicBezTo>
                    <a:pt x="14605" y="354"/>
                    <a:pt x="14705" y="453"/>
                    <a:pt x="14831" y="453"/>
                  </a:cubicBezTo>
                  <a:cubicBezTo>
                    <a:pt x="14958" y="453"/>
                    <a:pt x="15058" y="354"/>
                    <a:pt x="15058" y="227"/>
                  </a:cubicBezTo>
                  <a:cubicBezTo>
                    <a:pt x="15058" y="109"/>
                    <a:pt x="14958" y="1"/>
                    <a:pt x="14831" y="1"/>
                  </a:cubicBezTo>
                  <a:close/>
                  <a:moveTo>
                    <a:pt x="15873" y="1"/>
                  </a:moveTo>
                  <a:cubicBezTo>
                    <a:pt x="15746" y="1"/>
                    <a:pt x="15646" y="109"/>
                    <a:pt x="15646" y="227"/>
                  </a:cubicBezTo>
                  <a:cubicBezTo>
                    <a:pt x="15646" y="354"/>
                    <a:pt x="15746" y="453"/>
                    <a:pt x="15873" y="453"/>
                  </a:cubicBezTo>
                  <a:cubicBezTo>
                    <a:pt x="15990" y="453"/>
                    <a:pt x="16099" y="354"/>
                    <a:pt x="16099" y="227"/>
                  </a:cubicBezTo>
                  <a:cubicBezTo>
                    <a:pt x="16099" y="109"/>
                    <a:pt x="15990" y="1"/>
                    <a:pt x="15873" y="1"/>
                  </a:cubicBezTo>
                  <a:close/>
                  <a:moveTo>
                    <a:pt x="16914" y="1"/>
                  </a:moveTo>
                  <a:cubicBezTo>
                    <a:pt x="16787" y="1"/>
                    <a:pt x="16688" y="109"/>
                    <a:pt x="16688" y="227"/>
                  </a:cubicBezTo>
                  <a:cubicBezTo>
                    <a:pt x="16688" y="354"/>
                    <a:pt x="16787" y="453"/>
                    <a:pt x="16914" y="453"/>
                  </a:cubicBezTo>
                  <a:cubicBezTo>
                    <a:pt x="17041" y="453"/>
                    <a:pt x="17140" y="354"/>
                    <a:pt x="17140" y="227"/>
                  </a:cubicBezTo>
                  <a:cubicBezTo>
                    <a:pt x="17140" y="109"/>
                    <a:pt x="17041" y="1"/>
                    <a:pt x="16914" y="1"/>
                  </a:cubicBezTo>
                  <a:close/>
                  <a:moveTo>
                    <a:pt x="17955" y="1"/>
                  </a:moveTo>
                  <a:cubicBezTo>
                    <a:pt x="17828" y="1"/>
                    <a:pt x="17729" y="109"/>
                    <a:pt x="17729" y="227"/>
                  </a:cubicBezTo>
                  <a:cubicBezTo>
                    <a:pt x="17729" y="354"/>
                    <a:pt x="17828" y="453"/>
                    <a:pt x="17955" y="453"/>
                  </a:cubicBezTo>
                  <a:cubicBezTo>
                    <a:pt x="18082" y="453"/>
                    <a:pt x="18181" y="354"/>
                    <a:pt x="18181" y="227"/>
                  </a:cubicBezTo>
                  <a:cubicBezTo>
                    <a:pt x="18181" y="109"/>
                    <a:pt x="18082" y="1"/>
                    <a:pt x="17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8" name="Google Shape;1278;p23"/>
            <p:cNvGrpSpPr/>
            <p:nvPr/>
          </p:nvGrpSpPr>
          <p:grpSpPr>
            <a:xfrm>
              <a:off x="117091" y="1756284"/>
              <a:ext cx="438868" cy="750820"/>
              <a:chOff x="1181125" y="4400608"/>
              <a:chExt cx="152825" cy="261455"/>
            </a:xfrm>
          </p:grpSpPr>
          <p:sp>
            <p:nvSpPr>
              <p:cNvPr id="1279" name="Google Shape;1279;p23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4927" h="5018" extrusionOk="0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3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99" extrusionOk="0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3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1223" extrusionOk="0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3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3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3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82" extrusionOk="0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3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382" extrusionOk="0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3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avLst/>
                <a:gdLst/>
                <a:ahLst/>
                <a:cxnLst/>
                <a:rect l="l" t="t" r="r" b="b"/>
                <a:pathLst>
                  <a:path w="6113" h="5660" extrusionOk="0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3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399" extrusionOk="0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" name="Google Shape;1289;p24"/>
          <p:cNvGrpSpPr/>
          <p:nvPr/>
        </p:nvGrpSpPr>
        <p:grpSpPr>
          <a:xfrm>
            <a:off x="-897510" y="4247"/>
            <a:ext cx="9972856" cy="5021350"/>
            <a:chOff x="-897510" y="-71953"/>
            <a:chExt cx="9972856" cy="5021350"/>
          </a:xfrm>
        </p:grpSpPr>
        <p:grpSp>
          <p:nvGrpSpPr>
            <p:cNvPr id="1290" name="Google Shape;1290;p24"/>
            <p:cNvGrpSpPr/>
            <p:nvPr/>
          </p:nvGrpSpPr>
          <p:grpSpPr>
            <a:xfrm rot="5400000">
              <a:off x="7959164" y="2115139"/>
              <a:ext cx="1456813" cy="32594"/>
              <a:chOff x="4101875" y="2224575"/>
              <a:chExt cx="507300" cy="11350"/>
            </a:xfrm>
          </p:grpSpPr>
          <p:sp>
            <p:nvSpPr>
              <p:cNvPr id="1291" name="Google Shape;1291;p24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31" extrusionOk="0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8182" h="454" extrusionOk="0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53" h="442" extrusionOk="0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4" name="Google Shape;1294;p24"/>
            <p:cNvSpPr/>
            <p:nvPr/>
          </p:nvSpPr>
          <p:spPr>
            <a:xfrm rot="-5400000">
              <a:off x="-917002" y="3452210"/>
              <a:ext cx="1384662" cy="1345679"/>
            </a:xfrm>
            <a:custGeom>
              <a:avLst/>
              <a:gdLst/>
              <a:ahLst/>
              <a:cxnLst/>
              <a:rect l="l" t="t" r="r" b="b"/>
              <a:pathLst>
                <a:path w="19287" h="18744" extrusionOk="0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4"/>
            <p:cNvSpPr/>
            <p:nvPr/>
          </p:nvSpPr>
          <p:spPr>
            <a:xfrm>
              <a:off x="448181" y="2397379"/>
              <a:ext cx="171584" cy="171153"/>
            </a:xfrm>
            <a:custGeom>
              <a:avLst/>
              <a:gdLst/>
              <a:ahLst/>
              <a:cxnLst/>
              <a:rect l="l" t="t" r="r" b="b"/>
              <a:pathLst>
                <a:path w="2390" h="2384" extrusionOk="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6" name="Google Shape;1296;p24"/>
            <p:cNvGrpSpPr/>
            <p:nvPr/>
          </p:nvGrpSpPr>
          <p:grpSpPr>
            <a:xfrm>
              <a:off x="940133" y="4817371"/>
              <a:ext cx="134611" cy="132026"/>
              <a:chOff x="3025300" y="2552125"/>
              <a:chExt cx="46875" cy="45975"/>
            </a:xfrm>
          </p:grpSpPr>
          <p:sp>
            <p:nvSpPr>
              <p:cNvPr id="1297" name="Google Shape;1297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9" name="Google Shape;1299;p24"/>
            <p:cNvSpPr/>
            <p:nvPr/>
          </p:nvSpPr>
          <p:spPr>
            <a:xfrm>
              <a:off x="8364111" y="1324525"/>
              <a:ext cx="133319" cy="133319"/>
            </a:xfrm>
            <a:custGeom>
              <a:avLst/>
              <a:gdLst/>
              <a:ahLst/>
              <a:cxnLst/>
              <a:rect l="l" t="t" r="r" b="b"/>
              <a:pathLst>
                <a:path w="1857" h="1857" extrusionOk="0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00" name="Google Shape;1300;p24"/>
            <p:cNvGrpSpPr/>
            <p:nvPr/>
          </p:nvGrpSpPr>
          <p:grpSpPr>
            <a:xfrm>
              <a:off x="599050" y="3910166"/>
              <a:ext cx="598749" cy="429750"/>
              <a:chOff x="1654750" y="3200363"/>
              <a:chExt cx="208500" cy="149650"/>
            </a:xfrm>
          </p:grpSpPr>
          <p:sp>
            <p:nvSpPr>
              <p:cNvPr id="1301" name="Google Shape;1301;p24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avLst/>
                <a:gdLst/>
                <a:ahLst/>
                <a:cxnLst/>
                <a:rect l="l" t="t" r="r" b="b"/>
                <a:pathLst>
                  <a:path w="8095" h="3722" extrusionOk="0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avLst/>
                <a:gdLst/>
                <a:ahLst/>
                <a:cxnLst/>
                <a:rect l="l" t="t" r="r" b="b"/>
                <a:pathLst>
                  <a:path w="5099" h="3940" extrusionOk="0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335" extrusionOk="0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avLst/>
                <a:gdLst/>
                <a:ahLst/>
                <a:cxnLst/>
                <a:rect l="l" t="t" r="r" b="b"/>
                <a:pathLst>
                  <a:path w="2455" h="2246" extrusionOk="0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544" extrusionOk="0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avLst/>
                <a:gdLst/>
                <a:ahLst/>
                <a:cxnLst/>
                <a:rect l="l" t="t" r="r" b="b"/>
                <a:pathLst>
                  <a:path w="8331" h="5986" extrusionOk="0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1612" extrusionOk="0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8" name="Google Shape;1308;p24"/>
            <p:cNvGrpSpPr/>
            <p:nvPr/>
          </p:nvGrpSpPr>
          <p:grpSpPr>
            <a:xfrm>
              <a:off x="8561743" y="745514"/>
              <a:ext cx="513604" cy="447124"/>
              <a:chOff x="1742100" y="2304325"/>
              <a:chExt cx="178850" cy="155700"/>
            </a:xfrm>
          </p:grpSpPr>
          <p:sp>
            <p:nvSpPr>
              <p:cNvPr id="1309" name="Google Shape;1309;p24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419" extrusionOk="0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648" extrusionOk="0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3732" extrusionOk="0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3955" extrusionOk="0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3" name="Google Shape;1313;p24"/>
            <p:cNvSpPr/>
            <p:nvPr/>
          </p:nvSpPr>
          <p:spPr>
            <a:xfrm>
              <a:off x="166175" y="225105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4" name="Google Shape;1314;p24"/>
            <p:cNvGrpSpPr/>
            <p:nvPr/>
          </p:nvGrpSpPr>
          <p:grpSpPr>
            <a:xfrm>
              <a:off x="63001" y="2770425"/>
              <a:ext cx="607867" cy="515542"/>
              <a:chOff x="4630425" y="2688625"/>
              <a:chExt cx="211675" cy="179525"/>
            </a:xfrm>
          </p:grpSpPr>
          <p:sp>
            <p:nvSpPr>
              <p:cNvPr id="1315" name="Google Shape;1315;p24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avLst/>
                <a:gdLst/>
                <a:ahLst/>
                <a:cxnLst/>
                <a:rect l="l" t="t" r="r" b="b"/>
                <a:pathLst>
                  <a:path w="8467" h="7181" extrusionOk="0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2871" h="3333" extrusionOk="0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7" name="Google Shape;1317;p24"/>
            <p:cNvSpPr/>
            <p:nvPr/>
          </p:nvSpPr>
          <p:spPr>
            <a:xfrm rot="6165895">
              <a:off x="520426" y="4624618"/>
              <a:ext cx="250984" cy="261251"/>
            </a:xfrm>
            <a:custGeom>
              <a:avLst/>
              <a:gdLst/>
              <a:ahLst/>
              <a:cxnLst/>
              <a:rect l="l" t="t" r="r" b="b"/>
              <a:pathLst>
                <a:path w="3496" h="3639" extrusionOk="0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4"/>
            <p:cNvSpPr/>
            <p:nvPr/>
          </p:nvSpPr>
          <p:spPr>
            <a:xfrm rot="10800000">
              <a:off x="7788772" y="-71953"/>
              <a:ext cx="772990" cy="449924"/>
            </a:xfrm>
            <a:custGeom>
              <a:avLst/>
              <a:gdLst/>
              <a:ahLst/>
              <a:cxnLst/>
              <a:rect l="l" t="t" r="r" b="b"/>
              <a:pathLst>
                <a:path w="10767" h="6267" extrusionOk="0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4"/>
            <p:cNvSpPr/>
            <p:nvPr/>
          </p:nvSpPr>
          <p:spPr>
            <a:xfrm>
              <a:off x="8671273" y="262617"/>
              <a:ext cx="223059" cy="220403"/>
            </a:xfrm>
            <a:custGeom>
              <a:avLst/>
              <a:gdLst/>
              <a:ahLst/>
              <a:cxnLst/>
              <a:rect l="l" t="t" r="r" b="b"/>
              <a:pathLst>
                <a:path w="3107" h="3070" extrusionOk="0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0" name="Google Shape;1320;p24"/>
            <p:cNvGrpSpPr/>
            <p:nvPr/>
          </p:nvGrpSpPr>
          <p:grpSpPr>
            <a:xfrm>
              <a:off x="8873796" y="2166921"/>
              <a:ext cx="134611" cy="132026"/>
              <a:chOff x="3025300" y="2552125"/>
              <a:chExt cx="46875" cy="45975"/>
            </a:xfrm>
          </p:grpSpPr>
          <p:sp>
            <p:nvSpPr>
              <p:cNvPr id="1321" name="Google Shape;1321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39" extrusionOk="0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3" name="Google Shape;1323;p24"/>
            <p:cNvGrpSpPr/>
            <p:nvPr/>
          </p:nvGrpSpPr>
          <p:grpSpPr>
            <a:xfrm>
              <a:off x="8366735" y="2936665"/>
              <a:ext cx="641674" cy="447130"/>
              <a:chOff x="1141638" y="2589700"/>
              <a:chExt cx="208275" cy="145125"/>
            </a:xfrm>
          </p:grpSpPr>
          <p:sp>
            <p:nvSpPr>
              <p:cNvPr id="1324" name="Google Shape;1324;p24"/>
              <p:cNvSpPr/>
              <p:nvPr/>
            </p:nvSpPr>
            <p:spPr>
              <a:xfrm>
                <a:off x="11986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54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12244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45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12502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8" y="1"/>
                    </a:moveTo>
                    <a:cubicBezTo>
                      <a:pt x="136" y="1"/>
                      <a:pt x="1" y="155"/>
                      <a:pt x="1" y="318"/>
                    </a:cubicBezTo>
                    <a:cubicBezTo>
                      <a:pt x="1" y="499"/>
                      <a:pt x="146" y="634"/>
                      <a:pt x="318" y="634"/>
                    </a:cubicBezTo>
                    <a:cubicBezTo>
                      <a:pt x="499" y="634"/>
                      <a:pt x="634" y="490"/>
                      <a:pt x="634" y="318"/>
                    </a:cubicBezTo>
                    <a:cubicBezTo>
                      <a:pt x="634" y="155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1276088" y="26386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318" y="1"/>
                    </a:moveTo>
                    <a:cubicBezTo>
                      <a:pt x="137" y="1"/>
                      <a:pt x="1" y="145"/>
                      <a:pt x="1" y="318"/>
                    </a:cubicBezTo>
                    <a:cubicBezTo>
                      <a:pt x="1" y="499"/>
                      <a:pt x="137" y="634"/>
                      <a:pt x="318" y="634"/>
                    </a:cubicBezTo>
                    <a:cubicBezTo>
                      <a:pt x="490" y="634"/>
                      <a:pt x="635" y="499"/>
                      <a:pt x="635" y="318"/>
                    </a:cubicBezTo>
                    <a:cubicBezTo>
                      <a:pt x="635" y="145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1141638" y="2589700"/>
                <a:ext cx="208275" cy="145125"/>
              </a:xfrm>
              <a:custGeom>
                <a:avLst/>
                <a:gdLst/>
                <a:ahLst/>
                <a:cxnLst/>
                <a:rect l="l" t="t" r="r" b="b"/>
                <a:pathLst>
                  <a:path w="8331" h="5805" extrusionOk="0">
                    <a:moveTo>
                      <a:pt x="2264" y="1"/>
                    </a:moveTo>
                    <a:cubicBezTo>
                      <a:pt x="1015" y="1"/>
                      <a:pt x="0" y="1024"/>
                      <a:pt x="0" y="2264"/>
                    </a:cubicBezTo>
                    <a:cubicBezTo>
                      <a:pt x="0" y="3043"/>
                      <a:pt x="381" y="3749"/>
                      <a:pt x="1033" y="4166"/>
                    </a:cubicBezTo>
                    <a:lnTo>
                      <a:pt x="725" y="5669"/>
                    </a:lnTo>
                    <a:cubicBezTo>
                      <a:pt x="716" y="5714"/>
                      <a:pt x="734" y="5759"/>
                      <a:pt x="770" y="5787"/>
                    </a:cubicBezTo>
                    <a:cubicBezTo>
                      <a:pt x="779" y="5805"/>
                      <a:pt x="806" y="5805"/>
                      <a:pt x="824" y="5805"/>
                    </a:cubicBezTo>
                    <a:cubicBezTo>
                      <a:pt x="852" y="5805"/>
                      <a:pt x="870" y="5805"/>
                      <a:pt x="906" y="5778"/>
                    </a:cubicBezTo>
                    <a:lnTo>
                      <a:pt x="2626" y="4528"/>
                    </a:lnTo>
                    <a:lnTo>
                      <a:pt x="6067" y="4528"/>
                    </a:lnTo>
                    <a:cubicBezTo>
                      <a:pt x="7307" y="4528"/>
                      <a:pt x="8331" y="3514"/>
                      <a:pt x="8331" y="2264"/>
                    </a:cubicBezTo>
                    <a:cubicBezTo>
                      <a:pt x="8331" y="1024"/>
                      <a:pt x="7307" y="1"/>
                      <a:pt x="6067" y="1"/>
                    </a:cubicBezTo>
                    <a:cubicBezTo>
                      <a:pt x="5995" y="1"/>
                      <a:pt x="5949" y="46"/>
                      <a:pt x="5949" y="119"/>
                    </a:cubicBezTo>
                    <a:cubicBezTo>
                      <a:pt x="5949" y="182"/>
                      <a:pt x="6013" y="227"/>
                      <a:pt x="6067" y="227"/>
                    </a:cubicBezTo>
                    <a:cubicBezTo>
                      <a:pt x="7199" y="227"/>
                      <a:pt x="8113" y="1142"/>
                      <a:pt x="8113" y="2274"/>
                    </a:cubicBezTo>
                    <a:cubicBezTo>
                      <a:pt x="8113" y="3405"/>
                      <a:pt x="7199" y="4329"/>
                      <a:pt x="6067" y="4329"/>
                    </a:cubicBezTo>
                    <a:lnTo>
                      <a:pt x="2590" y="4329"/>
                    </a:lnTo>
                    <a:cubicBezTo>
                      <a:pt x="2563" y="4329"/>
                      <a:pt x="2545" y="4338"/>
                      <a:pt x="2518" y="4347"/>
                    </a:cubicBezTo>
                    <a:lnTo>
                      <a:pt x="996" y="5461"/>
                    </a:lnTo>
                    <a:lnTo>
                      <a:pt x="1250" y="4148"/>
                    </a:lnTo>
                    <a:cubicBezTo>
                      <a:pt x="1268" y="4103"/>
                      <a:pt x="1241" y="4057"/>
                      <a:pt x="1214" y="4030"/>
                    </a:cubicBezTo>
                    <a:cubicBezTo>
                      <a:pt x="589" y="3659"/>
                      <a:pt x="209" y="2998"/>
                      <a:pt x="209" y="2274"/>
                    </a:cubicBezTo>
                    <a:cubicBezTo>
                      <a:pt x="209" y="1142"/>
                      <a:pt x="1132" y="227"/>
                      <a:pt x="2264" y="227"/>
                    </a:cubicBezTo>
                    <a:lnTo>
                      <a:pt x="4763" y="227"/>
                    </a:lnTo>
                    <a:cubicBezTo>
                      <a:pt x="4836" y="227"/>
                      <a:pt x="4881" y="182"/>
                      <a:pt x="4881" y="119"/>
                    </a:cubicBezTo>
                    <a:cubicBezTo>
                      <a:pt x="4881" y="46"/>
                      <a:pt x="4817" y="1"/>
                      <a:pt x="4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1267488" y="2589700"/>
                <a:ext cx="11575" cy="5700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28" extrusionOk="0">
                    <a:moveTo>
                      <a:pt x="118" y="1"/>
                    </a:moveTo>
                    <a:cubicBezTo>
                      <a:pt x="46" y="1"/>
                      <a:pt x="1" y="46"/>
                      <a:pt x="1" y="119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354" y="227"/>
                    </a:lnTo>
                    <a:cubicBezTo>
                      <a:pt x="408" y="227"/>
                      <a:pt x="463" y="182"/>
                      <a:pt x="463" y="119"/>
                    </a:cubicBezTo>
                    <a:cubicBezTo>
                      <a:pt x="463" y="46"/>
                      <a:pt x="408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0" r:id="rId8"/>
    <p:sldLayoutId id="2147483661" r:id="rId9"/>
    <p:sldLayoutId id="2147483664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8"/>
          <p:cNvSpPr txBox="1">
            <a:spLocks noGrp="1"/>
          </p:cNvSpPr>
          <p:nvPr>
            <p:ph type="ctrTitle"/>
          </p:nvPr>
        </p:nvSpPr>
        <p:spPr>
          <a:xfrm>
            <a:off x="1788750" y="1125150"/>
            <a:ext cx="5566500" cy="24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Information Retrieval (IR)</a:t>
            </a:r>
            <a:endParaRPr dirty="0"/>
          </a:p>
        </p:txBody>
      </p:sp>
      <p:sp>
        <p:nvSpPr>
          <p:cNvPr id="1341" name="Google Shape;1341;p28"/>
          <p:cNvSpPr txBox="1">
            <a:spLocks noGrp="1"/>
          </p:cNvSpPr>
          <p:nvPr>
            <p:ph type="subTitle" idx="1"/>
          </p:nvPr>
        </p:nvSpPr>
        <p:spPr>
          <a:xfrm>
            <a:off x="1788750" y="3589950"/>
            <a:ext cx="5566500" cy="4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Nikola Vidanovi</a:t>
            </a:r>
            <a:r>
              <a:rPr lang="sr-Latn-RS" dirty="0"/>
              <a:t>ć 1954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1"/>
          <p:cNvSpPr txBox="1">
            <a:spLocks noGrp="1"/>
          </p:cNvSpPr>
          <p:nvPr>
            <p:ph type="title"/>
          </p:nvPr>
        </p:nvSpPr>
        <p:spPr>
          <a:xfrm>
            <a:off x="478146" y="539500"/>
            <a:ext cx="4150800" cy="11586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Šta je Information Retrieval</a:t>
            </a:r>
            <a:endParaRPr dirty="0"/>
          </a:p>
        </p:txBody>
      </p:sp>
      <p:sp>
        <p:nvSpPr>
          <p:cNvPr id="1373" name="Google Shape;1373;p31"/>
          <p:cNvSpPr txBox="1">
            <a:spLocks noGrp="1"/>
          </p:cNvSpPr>
          <p:nvPr>
            <p:ph type="subTitle" idx="1"/>
          </p:nvPr>
        </p:nvSpPr>
        <p:spPr>
          <a:xfrm>
            <a:off x="811975" y="1972200"/>
            <a:ext cx="4150800" cy="30932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3850" indent="-171450">
              <a:buFont typeface="Arial" panose="020B0604020202020204" pitchFamily="34" charset="0"/>
              <a:buChar char="•"/>
            </a:pPr>
            <a:r>
              <a:rPr lang="en-GB" sz="1400" dirty="0" err="1"/>
              <a:t>Podoblast</a:t>
            </a:r>
            <a:r>
              <a:rPr lang="en-GB" sz="1400" dirty="0"/>
              <a:t> </a:t>
            </a:r>
            <a:r>
              <a:rPr lang="en-GB" sz="1400" dirty="0" err="1"/>
              <a:t>koja</a:t>
            </a:r>
            <a:r>
              <a:rPr lang="en-GB" sz="1400" dirty="0"/>
              <a:t> se </a:t>
            </a:r>
            <a:r>
              <a:rPr lang="en-GB" sz="1400" dirty="0" err="1"/>
              <a:t>bavi</a:t>
            </a:r>
            <a:r>
              <a:rPr lang="en-GB" sz="1400" dirty="0"/>
              <a:t> </a:t>
            </a:r>
            <a:r>
              <a:rPr lang="en-GB" sz="1400" b="1" dirty="0" err="1"/>
              <a:t>pronalaženjem</a:t>
            </a:r>
            <a:r>
              <a:rPr lang="en-GB" sz="1400" b="1" dirty="0"/>
              <a:t> </a:t>
            </a:r>
            <a:r>
              <a:rPr lang="en-GB" sz="1400" b="1" dirty="0" err="1"/>
              <a:t>relevantnih</a:t>
            </a:r>
            <a:r>
              <a:rPr lang="en-GB" sz="1400" b="1" dirty="0"/>
              <a:t> </a:t>
            </a:r>
            <a:r>
              <a:rPr lang="en-GB" sz="1400" b="1" dirty="0" err="1"/>
              <a:t>informacija</a:t>
            </a:r>
            <a:r>
              <a:rPr lang="en-GB" sz="1400" b="1" dirty="0"/>
              <a:t> </a:t>
            </a:r>
            <a:r>
              <a:rPr lang="en-GB" sz="1400" b="1" dirty="0" err="1"/>
              <a:t>iz</a:t>
            </a:r>
            <a:r>
              <a:rPr lang="en-GB" sz="1400" b="1" dirty="0"/>
              <a:t> </a:t>
            </a:r>
            <a:r>
              <a:rPr lang="en-GB" sz="1400" b="1" dirty="0" err="1"/>
              <a:t>velikih</a:t>
            </a:r>
            <a:r>
              <a:rPr lang="en-GB" sz="1400" b="1" dirty="0"/>
              <a:t> </a:t>
            </a:r>
            <a:r>
              <a:rPr lang="en-GB" sz="1400" b="1" dirty="0" err="1"/>
              <a:t>količina</a:t>
            </a:r>
            <a:r>
              <a:rPr lang="en-GB" sz="1400" b="1" dirty="0"/>
              <a:t> </a:t>
            </a:r>
            <a:r>
              <a:rPr lang="en-GB" sz="1400" b="1" dirty="0" err="1"/>
              <a:t>podataka</a:t>
            </a:r>
            <a:r>
              <a:rPr lang="en-GB" sz="1400" dirty="0"/>
              <a:t>, </a:t>
            </a:r>
            <a:r>
              <a:rPr lang="en-GB" sz="1400" dirty="0" err="1"/>
              <a:t>najčešće</a:t>
            </a:r>
            <a:r>
              <a:rPr lang="en-GB" sz="1400" dirty="0"/>
              <a:t> </a:t>
            </a:r>
            <a:r>
              <a:rPr lang="en-GB" sz="1400" dirty="0" err="1"/>
              <a:t>teksta</a:t>
            </a:r>
            <a:r>
              <a:rPr lang="en-GB" sz="1400" dirty="0"/>
              <a:t>.</a:t>
            </a:r>
            <a:r>
              <a:rPr lang="sr-Latn-RS" sz="1400" dirty="0"/>
              <a:t> </a:t>
            </a:r>
            <a:r>
              <a:rPr lang="en-GB" sz="1400" dirty="0" err="1"/>
              <a:t>Drugim</a:t>
            </a:r>
            <a:r>
              <a:rPr lang="en-GB" sz="1400" dirty="0"/>
              <a:t> </a:t>
            </a:r>
            <a:r>
              <a:rPr lang="en-GB" sz="1400" dirty="0" err="1"/>
              <a:t>rečima</a:t>
            </a:r>
            <a:r>
              <a:rPr lang="en-GB" sz="1400" dirty="0"/>
              <a:t>:</a:t>
            </a:r>
            <a:r>
              <a:rPr lang="sr-Latn-RS" sz="1400" dirty="0"/>
              <a:t> </a:t>
            </a:r>
            <a:r>
              <a:rPr lang="en-GB" sz="1400" i="1" dirty="0"/>
              <a:t>Kako </a:t>
            </a:r>
            <a:r>
              <a:rPr lang="en-GB" sz="1400" i="1" dirty="0" err="1"/>
              <a:t>brzo</a:t>
            </a:r>
            <a:r>
              <a:rPr lang="en-GB" sz="1400" i="1" dirty="0"/>
              <a:t> </a:t>
            </a:r>
            <a:r>
              <a:rPr lang="en-GB" sz="1400" i="1" dirty="0" err="1"/>
              <a:t>i</a:t>
            </a:r>
            <a:r>
              <a:rPr lang="en-GB" sz="1400" i="1" dirty="0"/>
              <a:t> </a:t>
            </a:r>
            <a:r>
              <a:rPr lang="en-GB" sz="1400" i="1" dirty="0" err="1"/>
              <a:t>tačno</a:t>
            </a:r>
            <a:r>
              <a:rPr lang="en-GB" sz="1400" i="1" dirty="0"/>
              <a:t> </a:t>
            </a:r>
            <a:r>
              <a:rPr lang="en-GB" sz="1400" i="1" dirty="0" err="1"/>
              <a:t>pronaći</a:t>
            </a:r>
            <a:r>
              <a:rPr lang="en-GB" sz="1400" i="1" dirty="0"/>
              <a:t> ono </a:t>
            </a:r>
            <a:r>
              <a:rPr lang="en-GB" sz="1400" i="1" dirty="0" err="1"/>
              <a:t>što</a:t>
            </a:r>
            <a:r>
              <a:rPr lang="en-GB" sz="1400" i="1" dirty="0"/>
              <a:t> </a:t>
            </a:r>
            <a:r>
              <a:rPr lang="en-GB" sz="1400" i="1" dirty="0" err="1"/>
              <a:t>tražiš</a:t>
            </a:r>
            <a:r>
              <a:rPr lang="en-GB" sz="1400" i="1" dirty="0"/>
              <a:t>.</a:t>
            </a:r>
            <a:endParaRPr lang="sr-Latn-RS" sz="1400" i="1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GB" sz="1400" dirty="0" err="1"/>
              <a:t>Pronalaženje</a:t>
            </a:r>
            <a:r>
              <a:rPr lang="en-GB" sz="1400" dirty="0"/>
              <a:t> </a:t>
            </a:r>
            <a:r>
              <a:rPr lang="en-GB" sz="1400" dirty="0" err="1"/>
              <a:t>dokumenata</a:t>
            </a:r>
            <a:r>
              <a:rPr lang="en-GB" sz="1400" dirty="0"/>
              <a:t> koji </a:t>
            </a:r>
            <a:r>
              <a:rPr lang="en-GB" sz="1400" dirty="0" err="1"/>
              <a:t>su</a:t>
            </a:r>
            <a:r>
              <a:rPr lang="en-GB" sz="1400" dirty="0"/>
              <a:t> </a:t>
            </a:r>
            <a:r>
              <a:rPr lang="en-GB" sz="1400" dirty="0" err="1"/>
              <a:t>nestrukturne</a:t>
            </a:r>
            <a:r>
              <a:rPr lang="en-GB" sz="1400" dirty="0"/>
              <a:t> </a:t>
            </a:r>
            <a:r>
              <a:rPr lang="en-GB" sz="1400" dirty="0" err="1"/>
              <a:t>prirode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koji </a:t>
            </a:r>
            <a:r>
              <a:rPr lang="en-GB" sz="1400" dirty="0" err="1"/>
              <a:t>zadovoljavaju</a:t>
            </a:r>
            <a:r>
              <a:rPr lang="en-GB" sz="1400" dirty="0"/>
              <a:t> </a:t>
            </a:r>
            <a:r>
              <a:rPr lang="en-GB" sz="1400" dirty="0" err="1"/>
              <a:t>zahtev</a:t>
            </a:r>
            <a:r>
              <a:rPr lang="en-GB" sz="1400" dirty="0"/>
              <a:t> </a:t>
            </a:r>
            <a:r>
              <a:rPr lang="en-GB" sz="1400" dirty="0" err="1"/>
              <a:t>korisnika</a:t>
            </a:r>
            <a:r>
              <a:rPr lang="en-GB" sz="1400" dirty="0"/>
              <a:t>. </a:t>
            </a:r>
            <a:endParaRPr lang="sr-Latn-RS" sz="1400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GB" sz="1400" dirty="0"/>
              <a:t>Ne </a:t>
            </a:r>
            <a:r>
              <a:rPr lang="en-GB" sz="1400" dirty="0" err="1"/>
              <a:t>generiše</a:t>
            </a:r>
            <a:r>
              <a:rPr lang="en-GB" sz="1400" dirty="0"/>
              <a:t> se </a:t>
            </a:r>
            <a:r>
              <a:rPr lang="en-GB" sz="1400" dirty="0" err="1"/>
              <a:t>odgovor</a:t>
            </a:r>
            <a:r>
              <a:rPr lang="en-GB" sz="1400" dirty="0"/>
              <a:t>, </a:t>
            </a:r>
            <a:r>
              <a:rPr lang="en-GB" sz="1400" dirty="0" err="1"/>
              <a:t>već</a:t>
            </a:r>
            <a:r>
              <a:rPr lang="en-GB" sz="1400" dirty="0"/>
              <a:t> se </a:t>
            </a:r>
            <a:r>
              <a:rPr lang="en-GB" sz="1400" dirty="0" err="1"/>
              <a:t>samo</a:t>
            </a:r>
            <a:r>
              <a:rPr lang="en-GB" sz="1400" dirty="0"/>
              <a:t> </a:t>
            </a:r>
            <a:r>
              <a:rPr lang="en-GB" sz="1400" dirty="0" err="1"/>
              <a:t>generiše</a:t>
            </a:r>
            <a:r>
              <a:rPr lang="en-GB" sz="1400" dirty="0"/>
              <a:t> </a:t>
            </a:r>
            <a:r>
              <a:rPr lang="en-GB" sz="1400" dirty="0" err="1"/>
              <a:t>informacija</a:t>
            </a:r>
            <a:r>
              <a:rPr lang="en-GB" sz="1400" dirty="0"/>
              <a:t> o </a:t>
            </a:r>
            <a:r>
              <a:rPr lang="en-GB" sz="1400" dirty="0" err="1"/>
              <a:t>lokaciji</a:t>
            </a:r>
            <a:r>
              <a:rPr lang="en-GB" sz="1400" dirty="0"/>
              <a:t> </a:t>
            </a:r>
            <a:r>
              <a:rPr lang="en-GB" sz="1400" dirty="0" err="1"/>
              <a:t>dokumenta</a:t>
            </a:r>
            <a:r>
              <a:rPr lang="en-GB" sz="1400" dirty="0"/>
              <a:t> koji </a:t>
            </a:r>
            <a:r>
              <a:rPr lang="en-GB" sz="1400" dirty="0" err="1"/>
              <a:t>može</a:t>
            </a:r>
            <a:r>
              <a:rPr lang="en-GB" sz="1400" dirty="0"/>
              <a:t> da </a:t>
            </a:r>
            <a:r>
              <a:rPr lang="en-GB" sz="1400" dirty="0" err="1"/>
              <a:t>sadrži</a:t>
            </a:r>
            <a:r>
              <a:rPr lang="en-GB" sz="1400" dirty="0"/>
              <a:t> </a:t>
            </a:r>
            <a:r>
              <a:rPr lang="en-GB" sz="1400" dirty="0" err="1"/>
              <a:t>odgovor</a:t>
            </a:r>
            <a:r>
              <a:rPr lang="en-GB" sz="1400" dirty="0"/>
              <a:t>.</a:t>
            </a:r>
          </a:p>
        </p:txBody>
      </p:sp>
      <p:pic>
        <p:nvPicPr>
          <p:cNvPr id="1374" name="Google Shape;1374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389" t="1009" r="31120" b="999"/>
          <a:stretch/>
        </p:blipFill>
        <p:spPr>
          <a:xfrm flipH="1">
            <a:off x="5106774" y="539500"/>
            <a:ext cx="3324001" cy="4064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/>
              <a:t>Primeri</a:t>
            </a:r>
            <a:r>
              <a:rPr lang="en-GB" dirty="0"/>
              <a:t> IR </a:t>
            </a:r>
            <a:r>
              <a:rPr lang="en-GB" dirty="0" err="1"/>
              <a:t>sistema</a:t>
            </a:r>
            <a:endParaRPr dirty="0"/>
          </a:p>
        </p:txBody>
      </p:sp>
      <p:graphicFrame>
        <p:nvGraphicFramePr>
          <p:cNvPr id="1348" name="Google Shape;1348;p29"/>
          <p:cNvGraphicFramePr/>
          <p:nvPr>
            <p:extLst>
              <p:ext uri="{D42A27DB-BD31-4B8C-83A1-F6EECF244321}">
                <p14:modId xmlns:p14="http://schemas.microsoft.com/office/powerpoint/2010/main" val="2959171428"/>
              </p:ext>
            </p:extLst>
          </p:nvPr>
        </p:nvGraphicFramePr>
        <p:xfrm>
          <a:off x="590908" y="1583782"/>
          <a:ext cx="7704213" cy="2924284"/>
        </p:xfrm>
        <a:graphic>
          <a:graphicData uri="http://schemas.openxmlformats.org/drawingml/2006/table">
            <a:tbl>
              <a:tblPr>
                <a:noFill/>
                <a:tableStyleId>{9D92E1F7-89EB-45DB-9F75-1B26326A9E84}</a:tableStyleId>
              </a:tblPr>
              <a:tblGrid>
                <a:gridCol w="206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41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accent2"/>
                          </a:solidFill>
                        </a:rPr>
                        <a:t>Google </a:t>
                      </a:r>
                      <a:r>
                        <a:rPr lang="en-GB" sz="1000" b="1" u="sng" dirty="0" err="1">
                          <a:solidFill>
                            <a:schemeClr val="accent2"/>
                          </a:solidFill>
                        </a:rPr>
                        <a:t>pretraga</a:t>
                      </a:r>
                      <a:endParaRPr sz="1000" b="1" u="sng" dirty="0">
                        <a:solidFill>
                          <a:schemeClr val="accen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sr-Latn-RS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O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mogućava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pronalaženje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relevantnih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web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stranica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osnovu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korisničkog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upita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 err="1">
                          <a:solidFill>
                            <a:schemeClr val="accent2"/>
                          </a:solidFill>
                        </a:rPr>
                        <a:t>Pretraga</a:t>
                      </a:r>
                      <a:r>
                        <a:rPr lang="en-GB" sz="1000" b="1" u="sng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GB" sz="1000" b="1" u="sng" dirty="0" err="1">
                          <a:solidFill>
                            <a:schemeClr val="accent2"/>
                          </a:solidFill>
                        </a:rPr>
                        <a:t>dokumenata</a:t>
                      </a:r>
                      <a:endParaRPr sz="1000" b="1" u="sng" dirty="0">
                        <a:solidFill>
                          <a:schemeClr val="accen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sr-Latn-RS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K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oristi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se za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brzo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nalaženje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informacija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unutar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lokalnih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ili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poslovnih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dokumenata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09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 err="1">
                          <a:solidFill>
                            <a:schemeClr val="accent2"/>
                          </a:solidFill>
                        </a:rPr>
                        <a:t>Digitalne</a:t>
                      </a:r>
                      <a:r>
                        <a:rPr lang="en-GB" sz="1000" b="1" u="sng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GB" sz="1000" b="1" u="sng" dirty="0" err="1">
                          <a:solidFill>
                            <a:schemeClr val="accent2"/>
                          </a:solidFill>
                        </a:rPr>
                        <a:t>biblioteke</a:t>
                      </a:r>
                      <a:endParaRPr sz="1000" b="1" u="sng" dirty="0">
                        <a:solidFill>
                          <a:schemeClr val="accen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sr-Latn-RS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O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mogućavaju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pretragu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naučnih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radova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,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knjiga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akademskih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izvora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3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 err="1">
                          <a:solidFill>
                            <a:schemeClr val="accent2"/>
                          </a:solidFill>
                        </a:rPr>
                        <a:t>Pretraga</a:t>
                      </a:r>
                      <a:r>
                        <a:rPr lang="en-GB" sz="1000" b="1" u="sng" dirty="0">
                          <a:solidFill>
                            <a:schemeClr val="accent2"/>
                          </a:solidFill>
                        </a:rPr>
                        <a:t> e-</a:t>
                      </a:r>
                      <a:r>
                        <a:rPr lang="en-GB" sz="1000" b="1" u="sng" dirty="0" err="1">
                          <a:solidFill>
                            <a:schemeClr val="accent2"/>
                          </a:solidFill>
                        </a:rPr>
                        <a:t>mailova</a:t>
                      </a:r>
                      <a:endParaRPr sz="1000" b="1" u="sng" dirty="0">
                        <a:solidFill>
                          <a:schemeClr val="accent2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sr-Latn-RS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omaže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korisnicima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da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pronađu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poruke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prema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sadržaju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,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pošiljaocu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ili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datumu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.</a:t>
                      </a:r>
                      <a:endParaRPr sz="1000" dirty="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Zašto je IR važan?</a:t>
            </a:r>
            <a:br>
              <a:rPr lang="sr-Latn-RS" dirty="0"/>
            </a:br>
            <a:endParaRPr dirty="0"/>
          </a:p>
        </p:txBody>
      </p:sp>
      <p:sp>
        <p:nvSpPr>
          <p:cNvPr id="1424" name="Google Shape;1424;p34"/>
          <p:cNvSpPr txBox="1">
            <a:spLocks noGrp="1"/>
          </p:cNvSpPr>
          <p:nvPr>
            <p:ph type="subTitle" idx="1"/>
          </p:nvPr>
        </p:nvSpPr>
        <p:spPr>
          <a:xfrm>
            <a:off x="843310" y="1402461"/>
            <a:ext cx="6892803" cy="3350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Ogromna</a:t>
            </a:r>
            <a:r>
              <a:rPr lang="en-GB" sz="1600" dirty="0"/>
              <a:t> </a:t>
            </a:r>
            <a:r>
              <a:rPr lang="en-GB" sz="1600" dirty="0" err="1"/>
              <a:t>količina</a:t>
            </a:r>
            <a:r>
              <a:rPr lang="en-GB" sz="1600" dirty="0"/>
              <a:t> </a:t>
            </a:r>
            <a:r>
              <a:rPr lang="en-GB" sz="1600" dirty="0" err="1"/>
              <a:t>dostupnih</a:t>
            </a:r>
            <a:r>
              <a:rPr lang="en-GB" sz="1600" dirty="0"/>
              <a:t> </a:t>
            </a:r>
            <a:r>
              <a:rPr lang="en-GB" sz="1600" dirty="0" err="1"/>
              <a:t>informacija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Korisnici</a:t>
            </a:r>
            <a:r>
              <a:rPr lang="en-GB" sz="1600" dirty="0"/>
              <a:t> ne </a:t>
            </a:r>
            <a:r>
              <a:rPr lang="en-GB" sz="1600" dirty="0" err="1"/>
              <a:t>mogu</a:t>
            </a:r>
            <a:r>
              <a:rPr lang="en-GB" sz="1600" dirty="0"/>
              <a:t> </a:t>
            </a:r>
            <a:r>
              <a:rPr lang="en-GB" sz="1600" dirty="0" err="1"/>
              <a:t>ručno</a:t>
            </a:r>
            <a:r>
              <a:rPr lang="en-GB" sz="1600" dirty="0"/>
              <a:t> </a:t>
            </a:r>
            <a:r>
              <a:rPr lang="en-GB" sz="1600" dirty="0" err="1"/>
              <a:t>pretraživati</a:t>
            </a:r>
            <a:r>
              <a:rPr lang="en-GB" sz="1600" dirty="0"/>
              <a:t> </a:t>
            </a:r>
            <a:r>
              <a:rPr lang="en-GB" sz="1600" dirty="0" err="1"/>
              <a:t>podatke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Omogućava</a:t>
            </a:r>
            <a:r>
              <a:rPr lang="en-GB" sz="1600" dirty="0"/>
              <a:t> </a:t>
            </a:r>
            <a:r>
              <a:rPr lang="en-GB" sz="1600" dirty="0" err="1"/>
              <a:t>brz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efikasan</a:t>
            </a:r>
            <a:r>
              <a:rPr lang="en-GB" sz="1600" dirty="0"/>
              <a:t> </a:t>
            </a:r>
            <a:r>
              <a:rPr lang="en-GB" sz="1600" dirty="0" err="1"/>
              <a:t>pristup</a:t>
            </a:r>
            <a:r>
              <a:rPr lang="en-GB" sz="1600" dirty="0"/>
              <a:t> </a:t>
            </a:r>
            <a:r>
              <a:rPr lang="en-GB" sz="1600" dirty="0" err="1"/>
              <a:t>znanju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Poboljšava</a:t>
            </a:r>
            <a:r>
              <a:rPr lang="en-GB" sz="1600" dirty="0"/>
              <a:t> </a:t>
            </a:r>
            <a:r>
              <a:rPr lang="en-GB" sz="1600" dirty="0" err="1"/>
              <a:t>produktivnost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donošenje</a:t>
            </a:r>
            <a:r>
              <a:rPr lang="en-GB" sz="1600" dirty="0"/>
              <a:t> </a:t>
            </a:r>
            <a:r>
              <a:rPr lang="en-GB" sz="1600" dirty="0" err="1"/>
              <a:t>odluka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Predstavlja</a:t>
            </a:r>
            <a:r>
              <a:rPr lang="en-GB" sz="1600" dirty="0"/>
              <a:t> </a:t>
            </a:r>
            <a:r>
              <a:rPr lang="en-GB" sz="1600" dirty="0" err="1"/>
              <a:t>osnovu</a:t>
            </a:r>
            <a:r>
              <a:rPr lang="en-GB" sz="1600" dirty="0"/>
              <a:t> </a:t>
            </a:r>
            <a:r>
              <a:rPr lang="en-GB" sz="1600" dirty="0" err="1"/>
              <a:t>savremenih</a:t>
            </a:r>
            <a:r>
              <a:rPr lang="en-GB" sz="1600" dirty="0"/>
              <a:t> </a:t>
            </a:r>
            <a:r>
              <a:rPr lang="en-GB" sz="1600" dirty="0" err="1"/>
              <a:t>pretraživača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>
          <a:extLst>
            <a:ext uri="{FF2B5EF4-FFF2-40B4-BE49-F238E27FC236}">
              <a16:creationId xmlns:a16="http://schemas.microsoft.com/office/drawing/2014/main" id="{3AE11B36-D0BB-587C-7171-FAEC019B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4">
            <a:extLst>
              <a:ext uri="{FF2B5EF4-FFF2-40B4-BE49-F238E27FC236}">
                <a16:creationId xmlns:a16="http://schemas.microsoft.com/office/drawing/2014/main" id="{65BA561D-4701-38A1-AAD1-CC5A3A7C3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Osnovni pojmovi u IR-u</a:t>
            </a:r>
            <a:br>
              <a:rPr lang="sr-Latn-RS" dirty="0"/>
            </a:br>
            <a:endParaRPr dirty="0"/>
          </a:p>
        </p:txBody>
      </p:sp>
      <p:sp>
        <p:nvSpPr>
          <p:cNvPr id="1424" name="Google Shape;1424;p34">
            <a:extLst>
              <a:ext uri="{FF2B5EF4-FFF2-40B4-BE49-F238E27FC236}">
                <a16:creationId xmlns:a16="http://schemas.microsoft.com/office/drawing/2014/main" id="{5074328F-B3F5-7AE2-D772-8CA4142D23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3310" y="1402461"/>
            <a:ext cx="6892803" cy="3350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Dokument</a:t>
            </a:r>
            <a:r>
              <a:rPr lang="en-GB" sz="1600" dirty="0"/>
              <a:t> – </a:t>
            </a:r>
            <a:r>
              <a:rPr lang="en-GB" sz="1600" dirty="0" err="1"/>
              <a:t>osnovna</a:t>
            </a:r>
            <a:r>
              <a:rPr lang="en-GB" sz="1600" dirty="0"/>
              <a:t> </a:t>
            </a:r>
            <a:r>
              <a:rPr lang="en-GB" sz="1600" dirty="0" err="1"/>
              <a:t>jedinica</a:t>
            </a:r>
            <a:r>
              <a:rPr lang="en-GB" sz="1600" dirty="0"/>
              <a:t> </a:t>
            </a:r>
            <a:r>
              <a:rPr lang="en-GB" sz="1600" dirty="0" err="1"/>
              <a:t>informacije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Upit</a:t>
            </a:r>
            <a:r>
              <a:rPr lang="en-GB" sz="1600" dirty="0"/>
              <a:t> (query) – </a:t>
            </a:r>
            <a:r>
              <a:rPr lang="en-GB" sz="1600" dirty="0" err="1"/>
              <a:t>korisnički</a:t>
            </a:r>
            <a:r>
              <a:rPr lang="en-GB" sz="1600" dirty="0"/>
              <a:t> </a:t>
            </a:r>
            <a:r>
              <a:rPr lang="en-GB" sz="1600" dirty="0" err="1"/>
              <a:t>zahtev</a:t>
            </a:r>
            <a:r>
              <a:rPr lang="en-GB" sz="1600" dirty="0"/>
              <a:t> za </a:t>
            </a:r>
            <a:r>
              <a:rPr lang="en-GB" sz="1600" dirty="0" err="1"/>
              <a:t>informacijom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Kolekcija</a:t>
            </a:r>
            <a:r>
              <a:rPr lang="en-GB" sz="1600" dirty="0"/>
              <a:t> </a:t>
            </a:r>
            <a:r>
              <a:rPr lang="en-GB" sz="1600" dirty="0" err="1"/>
              <a:t>dokumenata</a:t>
            </a:r>
            <a:r>
              <a:rPr lang="en-GB" sz="1600" dirty="0"/>
              <a:t> – </a:t>
            </a:r>
            <a:r>
              <a:rPr lang="en-GB" sz="1600" dirty="0" err="1"/>
              <a:t>skup</a:t>
            </a:r>
            <a:r>
              <a:rPr lang="en-GB" sz="1600" dirty="0"/>
              <a:t> </a:t>
            </a:r>
            <a:r>
              <a:rPr lang="en-GB" sz="1600" dirty="0" err="1"/>
              <a:t>svih</a:t>
            </a:r>
            <a:r>
              <a:rPr lang="en-GB" sz="1600" dirty="0"/>
              <a:t> </a:t>
            </a:r>
            <a:r>
              <a:rPr lang="en-GB" sz="1600" dirty="0" err="1"/>
              <a:t>dokumenata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Relevantnost</a:t>
            </a:r>
            <a:r>
              <a:rPr lang="en-GB" sz="1600" dirty="0"/>
              <a:t> – </a:t>
            </a:r>
            <a:r>
              <a:rPr lang="en-GB" sz="1600" dirty="0" err="1"/>
              <a:t>stepen</a:t>
            </a:r>
            <a:r>
              <a:rPr lang="en-GB" sz="1600" dirty="0"/>
              <a:t> </a:t>
            </a:r>
            <a:r>
              <a:rPr lang="en-GB" sz="1600" dirty="0" err="1"/>
              <a:t>povezanosti</a:t>
            </a:r>
            <a:r>
              <a:rPr lang="en-GB" sz="1600" dirty="0"/>
              <a:t> </a:t>
            </a:r>
            <a:r>
              <a:rPr lang="en-GB" sz="1600" dirty="0" err="1"/>
              <a:t>dokumenta</a:t>
            </a:r>
            <a:r>
              <a:rPr lang="en-GB" sz="1600" dirty="0"/>
              <a:t> </a:t>
            </a:r>
            <a:r>
              <a:rPr lang="en-GB" sz="1600" dirty="0" err="1"/>
              <a:t>sa</a:t>
            </a:r>
            <a:r>
              <a:rPr lang="en-GB" sz="1600" dirty="0"/>
              <a:t> </a:t>
            </a:r>
            <a:r>
              <a:rPr lang="en-GB" sz="1600" dirty="0" err="1"/>
              <a:t>upitom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Rangiranje</a:t>
            </a:r>
            <a:r>
              <a:rPr lang="en-GB" sz="1600" dirty="0"/>
              <a:t> – </a:t>
            </a:r>
            <a:r>
              <a:rPr lang="en-GB" sz="1600" dirty="0" err="1"/>
              <a:t>redosled</a:t>
            </a:r>
            <a:r>
              <a:rPr lang="en-GB" sz="1600" dirty="0"/>
              <a:t> </a:t>
            </a:r>
            <a:r>
              <a:rPr lang="en-GB" sz="1600" dirty="0" err="1"/>
              <a:t>prikaza</a:t>
            </a:r>
            <a:r>
              <a:rPr lang="en-GB" sz="1600" dirty="0"/>
              <a:t> </a:t>
            </a:r>
            <a:r>
              <a:rPr lang="en-GB" sz="1600" dirty="0" err="1"/>
              <a:t>rezultata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92082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>
          <a:extLst>
            <a:ext uri="{FF2B5EF4-FFF2-40B4-BE49-F238E27FC236}">
              <a16:creationId xmlns:a16="http://schemas.microsoft.com/office/drawing/2014/main" id="{62232F5F-C3D0-1964-5792-FABBE4B7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4">
            <a:extLst>
              <a:ext uri="{FF2B5EF4-FFF2-40B4-BE49-F238E27FC236}">
                <a16:creationId xmlns:a16="http://schemas.microsoft.com/office/drawing/2014/main" id="{17EEB7D6-8515-8E52-A497-428F31B9B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3100"/>
              <a:t>Arhitektura IR sistema</a:t>
            </a:r>
          </a:p>
        </p:txBody>
      </p:sp>
      <p:pic>
        <p:nvPicPr>
          <p:cNvPr id="3" name="Picture 2" descr="A diagram of a document">
            <a:extLst>
              <a:ext uri="{FF2B5EF4-FFF2-40B4-BE49-F238E27FC236}">
                <a16:creationId xmlns:a16="http://schemas.microsoft.com/office/drawing/2014/main" id="{D8193F2F-BE95-9FAF-A939-F0A1454E8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5" r="1" b="1"/>
          <a:stretch>
            <a:fillRect/>
          </a:stretch>
        </p:blipFill>
        <p:spPr>
          <a:xfrm>
            <a:off x="713225" y="1208225"/>
            <a:ext cx="771750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19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Kako funkcioniše RI sistem?</a:t>
            </a:r>
            <a:endParaRPr dirty="0"/>
          </a:p>
        </p:txBody>
      </p:sp>
      <p:sp>
        <p:nvSpPr>
          <p:cNvPr id="1554" name="Google Shape;1554;p42"/>
          <p:cNvSpPr txBox="1"/>
          <p:nvPr/>
        </p:nvSpPr>
        <p:spPr>
          <a:xfrm flipH="1">
            <a:off x="713125" y="18625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Korisnik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unosi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upit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u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sistem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55" name="Google Shape;1555;p42"/>
          <p:cNvSpPr txBox="1"/>
          <p:nvPr/>
        </p:nvSpPr>
        <p:spPr>
          <a:xfrm flipH="1">
            <a:off x="2677025" y="18625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Sistem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prethodno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indeksira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dokumente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59" name="Google Shape;1559;p42"/>
          <p:cNvSpPr txBox="1"/>
          <p:nvPr/>
        </p:nvSpPr>
        <p:spPr>
          <a:xfrm flipH="1">
            <a:off x="5007714" y="1826769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Upit se poredi sa indeksiranim dokumentima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60" name="Google Shape;1560;p42"/>
          <p:cNvSpPr txBox="1"/>
          <p:nvPr/>
        </p:nvSpPr>
        <p:spPr>
          <a:xfrm flipH="1">
            <a:off x="609598" y="394011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Dokumenti se rangiraju prema relevantnosti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61" name="Google Shape;1561;p42"/>
          <p:cNvSpPr txBox="1"/>
          <p:nvPr/>
        </p:nvSpPr>
        <p:spPr>
          <a:xfrm flipH="1">
            <a:off x="4242861" y="3880516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Korisniku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se </a:t>
            </a:r>
            <a:r>
              <a:rPr lang="sr-Latn-R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šalju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najrelevantniji</a:t>
            </a:r>
            <a:r>
              <a:rPr lang="en-GB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rezultati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570" name="Google Shape;1570;p42"/>
          <p:cNvGrpSpPr/>
          <p:nvPr/>
        </p:nvGrpSpPr>
        <p:grpSpPr>
          <a:xfrm>
            <a:off x="5662828" y="1329821"/>
            <a:ext cx="572700" cy="572700"/>
            <a:chOff x="3296825" y="3211913"/>
            <a:chExt cx="572700" cy="572700"/>
          </a:xfrm>
        </p:grpSpPr>
        <p:sp>
          <p:nvSpPr>
            <p:cNvPr id="1571" name="Google Shape;1571;p42"/>
            <p:cNvSpPr/>
            <p:nvPr/>
          </p:nvSpPr>
          <p:spPr>
            <a:xfrm>
              <a:off x="3296825" y="3211913"/>
              <a:ext cx="572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2" name="Google Shape;1572;p42"/>
            <p:cNvGrpSpPr/>
            <p:nvPr/>
          </p:nvGrpSpPr>
          <p:grpSpPr>
            <a:xfrm>
              <a:off x="3384418" y="3314580"/>
              <a:ext cx="397515" cy="367365"/>
              <a:chOff x="2353375" y="4026272"/>
              <a:chExt cx="397515" cy="367365"/>
            </a:xfrm>
          </p:grpSpPr>
          <p:sp>
            <p:nvSpPr>
              <p:cNvPr id="1573" name="Google Shape;1573;p42"/>
              <p:cNvSpPr/>
              <p:nvPr/>
            </p:nvSpPr>
            <p:spPr>
              <a:xfrm>
                <a:off x="2607236" y="4298389"/>
                <a:ext cx="43776" cy="40311"/>
              </a:xfrm>
              <a:custGeom>
                <a:avLst/>
                <a:gdLst/>
                <a:ahLst/>
                <a:cxnLst/>
                <a:rect l="l" t="t" r="r" b="b"/>
                <a:pathLst>
                  <a:path w="1314" h="1210" extrusionOk="0">
                    <a:moveTo>
                      <a:pt x="501" y="1"/>
                    </a:moveTo>
                    <a:lnTo>
                      <a:pt x="1" y="501"/>
                    </a:lnTo>
                    <a:lnTo>
                      <a:pt x="596" y="1096"/>
                    </a:lnTo>
                    <a:cubicBezTo>
                      <a:pt x="670" y="1176"/>
                      <a:pt x="753" y="1209"/>
                      <a:pt x="834" y="1209"/>
                    </a:cubicBezTo>
                    <a:cubicBezTo>
                      <a:pt x="1090" y="1209"/>
                      <a:pt x="1314" y="868"/>
                      <a:pt x="1096" y="596"/>
                    </a:cubicBez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2"/>
              <p:cNvSpPr/>
              <p:nvPr/>
            </p:nvSpPr>
            <p:spPr>
              <a:xfrm>
                <a:off x="2577086" y="4268239"/>
                <a:ext cx="30183" cy="30183"/>
              </a:xfrm>
              <a:custGeom>
                <a:avLst/>
                <a:gdLst/>
                <a:ahLst/>
                <a:cxnLst/>
                <a:rect l="l" t="t" r="r" b="b"/>
                <a:pathLst>
                  <a:path w="906" h="906" extrusionOk="0">
                    <a:moveTo>
                      <a:pt x="501" y="1"/>
                    </a:moveTo>
                    <a:cubicBezTo>
                      <a:pt x="358" y="191"/>
                      <a:pt x="191" y="358"/>
                      <a:pt x="1" y="501"/>
                    </a:cubicBezTo>
                    <a:lnTo>
                      <a:pt x="382" y="906"/>
                    </a:lnTo>
                    <a:lnTo>
                      <a:pt x="906" y="382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2"/>
              <p:cNvSpPr/>
              <p:nvPr/>
            </p:nvSpPr>
            <p:spPr>
              <a:xfrm>
                <a:off x="2458118" y="4151570"/>
                <a:ext cx="151550" cy="128030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3843" extrusionOk="0">
                    <a:moveTo>
                      <a:pt x="1877" y="0"/>
                    </a:moveTo>
                    <a:cubicBezTo>
                      <a:pt x="883" y="0"/>
                      <a:pt x="0" y="909"/>
                      <a:pt x="23" y="1931"/>
                    </a:cubicBezTo>
                    <a:cubicBezTo>
                      <a:pt x="23" y="3079"/>
                      <a:pt x="1000" y="3842"/>
                      <a:pt x="1999" y="3842"/>
                    </a:cubicBezTo>
                    <a:cubicBezTo>
                      <a:pt x="2473" y="3842"/>
                      <a:pt x="2951" y="3671"/>
                      <a:pt x="3334" y="3289"/>
                    </a:cubicBezTo>
                    <a:cubicBezTo>
                      <a:pt x="4548" y="2098"/>
                      <a:pt x="3667" y="2"/>
                      <a:pt x="1952" y="2"/>
                    </a:cubicBezTo>
                    <a:cubicBezTo>
                      <a:pt x="1927" y="1"/>
                      <a:pt x="1902" y="0"/>
                      <a:pt x="18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2"/>
              <p:cNvSpPr/>
              <p:nvPr/>
            </p:nvSpPr>
            <p:spPr>
              <a:xfrm>
                <a:off x="2353375" y="4096101"/>
                <a:ext cx="397515" cy="297536"/>
              </a:xfrm>
              <a:custGeom>
                <a:avLst/>
                <a:gdLst/>
                <a:ahLst/>
                <a:cxnLst/>
                <a:rect l="l" t="t" r="r" b="b"/>
                <a:pathLst>
                  <a:path w="11932" h="8931" extrusionOk="0">
                    <a:moveTo>
                      <a:pt x="5090" y="937"/>
                    </a:moveTo>
                    <a:cubicBezTo>
                      <a:pt x="6768" y="937"/>
                      <a:pt x="8302" y="2623"/>
                      <a:pt x="7573" y="4549"/>
                    </a:cubicBezTo>
                    <a:lnTo>
                      <a:pt x="9193" y="6144"/>
                    </a:lnTo>
                    <a:cubicBezTo>
                      <a:pt x="9597" y="6573"/>
                      <a:pt x="9597" y="7216"/>
                      <a:pt x="9193" y="7645"/>
                    </a:cubicBezTo>
                    <a:cubicBezTo>
                      <a:pt x="8978" y="7835"/>
                      <a:pt x="8716" y="7930"/>
                      <a:pt x="8454" y="7930"/>
                    </a:cubicBezTo>
                    <a:cubicBezTo>
                      <a:pt x="8169" y="7930"/>
                      <a:pt x="7907" y="7835"/>
                      <a:pt x="7692" y="7645"/>
                    </a:cubicBezTo>
                    <a:lnTo>
                      <a:pt x="6097" y="6025"/>
                    </a:lnTo>
                    <a:cubicBezTo>
                      <a:pt x="5749" y="6154"/>
                      <a:pt x="5411" y="6213"/>
                      <a:pt x="5091" y="6213"/>
                    </a:cubicBezTo>
                    <a:cubicBezTo>
                      <a:pt x="2932" y="6213"/>
                      <a:pt x="1562" y="3540"/>
                      <a:pt x="3263" y="1715"/>
                    </a:cubicBezTo>
                    <a:cubicBezTo>
                      <a:pt x="3819" y="1172"/>
                      <a:pt x="4464" y="937"/>
                      <a:pt x="5090" y="937"/>
                    </a:cubicBezTo>
                    <a:close/>
                    <a:moveTo>
                      <a:pt x="24" y="0"/>
                    </a:moveTo>
                    <a:lnTo>
                      <a:pt x="24" y="8573"/>
                    </a:lnTo>
                    <a:lnTo>
                      <a:pt x="0" y="8573"/>
                    </a:lnTo>
                    <a:cubicBezTo>
                      <a:pt x="0" y="8740"/>
                      <a:pt x="143" y="8931"/>
                      <a:pt x="357" y="8931"/>
                    </a:cubicBezTo>
                    <a:lnTo>
                      <a:pt x="11574" y="8931"/>
                    </a:lnTo>
                    <a:cubicBezTo>
                      <a:pt x="11741" y="8931"/>
                      <a:pt x="11931" y="8764"/>
                      <a:pt x="11931" y="8573"/>
                    </a:cubicBezTo>
                    <a:lnTo>
                      <a:pt x="119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2"/>
              <p:cNvSpPr/>
              <p:nvPr/>
            </p:nvSpPr>
            <p:spPr>
              <a:xfrm>
                <a:off x="2353375" y="4026272"/>
                <a:ext cx="326887" cy="46841"/>
              </a:xfrm>
              <a:custGeom>
                <a:avLst/>
                <a:gdLst/>
                <a:ahLst/>
                <a:cxnLst/>
                <a:rect l="l" t="t" r="r" b="b"/>
                <a:pathLst>
                  <a:path w="9812" h="1406" extrusionOk="0">
                    <a:moveTo>
                      <a:pt x="357" y="0"/>
                    </a:moveTo>
                    <a:cubicBezTo>
                      <a:pt x="167" y="0"/>
                      <a:pt x="0" y="143"/>
                      <a:pt x="0" y="358"/>
                    </a:cubicBezTo>
                    <a:lnTo>
                      <a:pt x="0" y="1406"/>
                    </a:lnTo>
                    <a:lnTo>
                      <a:pt x="9812" y="1406"/>
                    </a:lnTo>
                    <a:lnTo>
                      <a:pt x="981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2"/>
              <p:cNvSpPr/>
              <p:nvPr/>
            </p:nvSpPr>
            <p:spPr>
              <a:xfrm>
                <a:off x="2703250" y="4026272"/>
                <a:ext cx="46841" cy="46841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0" y="0"/>
                    </a:moveTo>
                    <a:lnTo>
                      <a:pt x="0" y="1406"/>
                    </a:lnTo>
                    <a:lnTo>
                      <a:pt x="1382" y="1406"/>
                    </a:lnTo>
                    <a:lnTo>
                      <a:pt x="1382" y="358"/>
                    </a:lnTo>
                    <a:cubicBezTo>
                      <a:pt x="1405" y="143"/>
                      <a:pt x="1239" y="0"/>
                      <a:pt x="10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7" name="Google Shape;1597;p42"/>
          <p:cNvGrpSpPr/>
          <p:nvPr/>
        </p:nvGrpSpPr>
        <p:grpSpPr>
          <a:xfrm>
            <a:off x="1346675" y="3350348"/>
            <a:ext cx="572700" cy="572700"/>
            <a:chOff x="5260725" y="3211913"/>
            <a:chExt cx="572700" cy="572700"/>
          </a:xfrm>
        </p:grpSpPr>
        <p:sp>
          <p:nvSpPr>
            <p:cNvPr id="1598" name="Google Shape;1598;p42"/>
            <p:cNvSpPr/>
            <p:nvPr/>
          </p:nvSpPr>
          <p:spPr>
            <a:xfrm>
              <a:off x="5260725" y="3211913"/>
              <a:ext cx="572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9" name="Google Shape;1599;p42"/>
            <p:cNvGrpSpPr/>
            <p:nvPr/>
          </p:nvGrpSpPr>
          <p:grpSpPr>
            <a:xfrm>
              <a:off x="5346236" y="3299505"/>
              <a:ext cx="401679" cy="397515"/>
              <a:chOff x="4781906" y="2771163"/>
              <a:chExt cx="401679" cy="397515"/>
            </a:xfrm>
          </p:grpSpPr>
          <p:sp>
            <p:nvSpPr>
              <p:cNvPr id="1600" name="Google Shape;1600;p42"/>
              <p:cNvSpPr/>
              <p:nvPr/>
            </p:nvSpPr>
            <p:spPr>
              <a:xfrm>
                <a:off x="5112424" y="2886200"/>
                <a:ext cx="71161" cy="88085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2644" extrusionOk="0">
                    <a:moveTo>
                      <a:pt x="1058" y="0"/>
                    </a:moveTo>
                    <a:cubicBezTo>
                      <a:pt x="939" y="0"/>
                      <a:pt x="820" y="48"/>
                      <a:pt x="772" y="143"/>
                    </a:cubicBezTo>
                    <a:lnTo>
                      <a:pt x="224" y="715"/>
                    </a:lnTo>
                    <a:cubicBezTo>
                      <a:pt x="0" y="957"/>
                      <a:pt x="215" y="1303"/>
                      <a:pt x="479" y="1303"/>
                    </a:cubicBezTo>
                    <a:cubicBezTo>
                      <a:pt x="552" y="1303"/>
                      <a:pt x="629" y="1276"/>
                      <a:pt x="701" y="1215"/>
                    </a:cubicBezTo>
                    <a:lnTo>
                      <a:pt x="701" y="2286"/>
                    </a:lnTo>
                    <a:cubicBezTo>
                      <a:pt x="701" y="2453"/>
                      <a:pt x="843" y="2644"/>
                      <a:pt x="1058" y="2644"/>
                    </a:cubicBezTo>
                    <a:cubicBezTo>
                      <a:pt x="1248" y="2644"/>
                      <a:pt x="1415" y="2501"/>
                      <a:pt x="1415" y="2286"/>
                    </a:cubicBezTo>
                    <a:lnTo>
                      <a:pt x="1415" y="1215"/>
                    </a:lnTo>
                    <a:cubicBezTo>
                      <a:pt x="1485" y="1270"/>
                      <a:pt x="1560" y="1293"/>
                      <a:pt x="1632" y="1293"/>
                    </a:cubicBezTo>
                    <a:cubicBezTo>
                      <a:pt x="1905" y="1293"/>
                      <a:pt x="2136" y="959"/>
                      <a:pt x="1891" y="715"/>
                    </a:cubicBezTo>
                    <a:lnTo>
                      <a:pt x="1367" y="143"/>
                    </a:lnTo>
                    <a:cubicBezTo>
                      <a:pt x="1296" y="48"/>
                      <a:pt x="1177" y="0"/>
                      <a:pt x="10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2"/>
              <p:cNvSpPr/>
              <p:nvPr/>
            </p:nvSpPr>
            <p:spPr>
              <a:xfrm>
                <a:off x="4828713" y="2912385"/>
                <a:ext cx="269785" cy="114270"/>
              </a:xfrm>
              <a:custGeom>
                <a:avLst/>
                <a:gdLst/>
                <a:ahLst/>
                <a:cxnLst/>
                <a:rect l="l" t="t" r="r" b="b"/>
                <a:pathLst>
                  <a:path w="8098" h="3430" extrusionOk="0">
                    <a:moveTo>
                      <a:pt x="2263" y="1358"/>
                    </a:moveTo>
                    <a:cubicBezTo>
                      <a:pt x="2691" y="1381"/>
                      <a:pt x="2691" y="2072"/>
                      <a:pt x="2263" y="2072"/>
                    </a:cubicBezTo>
                    <a:lnTo>
                      <a:pt x="1620" y="2072"/>
                    </a:lnTo>
                    <a:cubicBezTo>
                      <a:pt x="1453" y="2072"/>
                      <a:pt x="1263" y="1905"/>
                      <a:pt x="1263" y="1715"/>
                    </a:cubicBezTo>
                    <a:cubicBezTo>
                      <a:pt x="1263" y="1524"/>
                      <a:pt x="1429" y="1358"/>
                      <a:pt x="1620" y="1358"/>
                    </a:cubicBezTo>
                    <a:close/>
                    <a:moveTo>
                      <a:pt x="6454" y="1358"/>
                    </a:moveTo>
                    <a:cubicBezTo>
                      <a:pt x="6907" y="1381"/>
                      <a:pt x="6907" y="2072"/>
                      <a:pt x="6454" y="2072"/>
                    </a:cubicBezTo>
                    <a:lnTo>
                      <a:pt x="3596" y="2072"/>
                    </a:lnTo>
                    <a:cubicBezTo>
                      <a:pt x="3406" y="2072"/>
                      <a:pt x="3239" y="1905"/>
                      <a:pt x="3239" y="1715"/>
                    </a:cubicBezTo>
                    <a:cubicBezTo>
                      <a:pt x="3239" y="1524"/>
                      <a:pt x="3382" y="1358"/>
                      <a:pt x="3596" y="1358"/>
                    </a:cubicBezTo>
                    <a:close/>
                    <a:moveTo>
                      <a:pt x="358" y="0"/>
                    </a:moveTo>
                    <a:cubicBezTo>
                      <a:pt x="167" y="0"/>
                      <a:pt x="0" y="167"/>
                      <a:pt x="0" y="357"/>
                    </a:cubicBezTo>
                    <a:lnTo>
                      <a:pt x="0" y="3072"/>
                    </a:lnTo>
                    <a:cubicBezTo>
                      <a:pt x="0" y="3263"/>
                      <a:pt x="143" y="3429"/>
                      <a:pt x="358" y="3429"/>
                    </a:cubicBezTo>
                    <a:lnTo>
                      <a:pt x="7740" y="3429"/>
                    </a:lnTo>
                    <a:cubicBezTo>
                      <a:pt x="7907" y="3429"/>
                      <a:pt x="8097" y="3286"/>
                      <a:pt x="8097" y="3072"/>
                    </a:cubicBezTo>
                    <a:lnTo>
                      <a:pt x="8097" y="357"/>
                    </a:lnTo>
                    <a:cubicBezTo>
                      <a:pt x="8097" y="191"/>
                      <a:pt x="7907" y="0"/>
                      <a:pt x="77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2"/>
              <p:cNvSpPr/>
              <p:nvPr/>
            </p:nvSpPr>
            <p:spPr>
              <a:xfrm>
                <a:off x="4781906" y="2771163"/>
                <a:ext cx="269785" cy="113471"/>
              </a:xfrm>
              <a:custGeom>
                <a:avLst/>
                <a:gdLst/>
                <a:ahLst/>
                <a:cxnLst/>
                <a:rect l="l" t="t" r="r" b="b"/>
                <a:pathLst>
                  <a:path w="8098" h="3406" extrusionOk="0">
                    <a:moveTo>
                      <a:pt x="2263" y="1358"/>
                    </a:moveTo>
                    <a:cubicBezTo>
                      <a:pt x="2429" y="1358"/>
                      <a:pt x="2620" y="1500"/>
                      <a:pt x="2620" y="1715"/>
                    </a:cubicBezTo>
                    <a:cubicBezTo>
                      <a:pt x="2620" y="1905"/>
                      <a:pt x="2477" y="2072"/>
                      <a:pt x="2263" y="2072"/>
                    </a:cubicBezTo>
                    <a:lnTo>
                      <a:pt x="1643" y="2072"/>
                    </a:lnTo>
                    <a:cubicBezTo>
                      <a:pt x="1167" y="2048"/>
                      <a:pt x="1167" y="1358"/>
                      <a:pt x="1643" y="1358"/>
                    </a:cubicBezTo>
                    <a:close/>
                    <a:moveTo>
                      <a:pt x="6454" y="1358"/>
                    </a:moveTo>
                    <a:cubicBezTo>
                      <a:pt x="6645" y="1358"/>
                      <a:pt x="6811" y="1500"/>
                      <a:pt x="6811" y="1715"/>
                    </a:cubicBezTo>
                    <a:cubicBezTo>
                      <a:pt x="6811" y="1905"/>
                      <a:pt x="6668" y="2072"/>
                      <a:pt x="6454" y="2072"/>
                    </a:cubicBezTo>
                    <a:lnTo>
                      <a:pt x="3596" y="2072"/>
                    </a:lnTo>
                    <a:cubicBezTo>
                      <a:pt x="3120" y="2048"/>
                      <a:pt x="3120" y="1358"/>
                      <a:pt x="3596" y="1358"/>
                    </a:cubicBezTo>
                    <a:close/>
                    <a:moveTo>
                      <a:pt x="358" y="0"/>
                    </a:moveTo>
                    <a:cubicBezTo>
                      <a:pt x="167" y="0"/>
                      <a:pt x="0" y="143"/>
                      <a:pt x="0" y="357"/>
                    </a:cubicBezTo>
                    <a:lnTo>
                      <a:pt x="0" y="3048"/>
                    </a:lnTo>
                    <a:cubicBezTo>
                      <a:pt x="0" y="3239"/>
                      <a:pt x="143" y="3406"/>
                      <a:pt x="358" y="3406"/>
                    </a:cubicBezTo>
                    <a:lnTo>
                      <a:pt x="7740" y="3406"/>
                    </a:lnTo>
                    <a:cubicBezTo>
                      <a:pt x="7907" y="3406"/>
                      <a:pt x="8097" y="3263"/>
                      <a:pt x="8097" y="3048"/>
                    </a:cubicBezTo>
                    <a:lnTo>
                      <a:pt x="8097" y="357"/>
                    </a:lnTo>
                    <a:cubicBezTo>
                      <a:pt x="8097" y="167"/>
                      <a:pt x="7954" y="0"/>
                      <a:pt x="77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2"/>
              <p:cNvSpPr/>
              <p:nvPr/>
            </p:nvSpPr>
            <p:spPr>
              <a:xfrm>
                <a:off x="4781906" y="3054374"/>
                <a:ext cx="269785" cy="114304"/>
              </a:xfrm>
              <a:custGeom>
                <a:avLst/>
                <a:gdLst/>
                <a:ahLst/>
                <a:cxnLst/>
                <a:rect l="l" t="t" r="r" b="b"/>
                <a:pathLst>
                  <a:path w="8098" h="3431" extrusionOk="0">
                    <a:moveTo>
                      <a:pt x="2263" y="1334"/>
                    </a:moveTo>
                    <a:cubicBezTo>
                      <a:pt x="2739" y="1382"/>
                      <a:pt x="2739" y="2049"/>
                      <a:pt x="2263" y="2049"/>
                    </a:cubicBezTo>
                    <a:lnTo>
                      <a:pt x="1643" y="2049"/>
                    </a:lnTo>
                    <a:cubicBezTo>
                      <a:pt x="1453" y="2049"/>
                      <a:pt x="1286" y="1906"/>
                      <a:pt x="1286" y="1692"/>
                    </a:cubicBezTo>
                    <a:cubicBezTo>
                      <a:pt x="1286" y="1525"/>
                      <a:pt x="1429" y="1334"/>
                      <a:pt x="1643" y="1334"/>
                    </a:cubicBezTo>
                    <a:close/>
                    <a:moveTo>
                      <a:pt x="6454" y="1334"/>
                    </a:moveTo>
                    <a:cubicBezTo>
                      <a:pt x="6930" y="1382"/>
                      <a:pt x="6930" y="2049"/>
                      <a:pt x="6454" y="2049"/>
                    </a:cubicBezTo>
                    <a:lnTo>
                      <a:pt x="3596" y="2049"/>
                    </a:lnTo>
                    <a:cubicBezTo>
                      <a:pt x="3430" y="2049"/>
                      <a:pt x="3239" y="1906"/>
                      <a:pt x="3239" y="1692"/>
                    </a:cubicBezTo>
                    <a:cubicBezTo>
                      <a:pt x="3239" y="1525"/>
                      <a:pt x="3382" y="1334"/>
                      <a:pt x="3596" y="1334"/>
                    </a:cubicBezTo>
                    <a:close/>
                    <a:moveTo>
                      <a:pt x="358" y="1"/>
                    </a:moveTo>
                    <a:cubicBezTo>
                      <a:pt x="167" y="1"/>
                      <a:pt x="0" y="144"/>
                      <a:pt x="0" y="358"/>
                    </a:cubicBezTo>
                    <a:lnTo>
                      <a:pt x="0" y="3073"/>
                    </a:lnTo>
                    <a:cubicBezTo>
                      <a:pt x="0" y="3240"/>
                      <a:pt x="143" y="3430"/>
                      <a:pt x="358" y="3430"/>
                    </a:cubicBezTo>
                    <a:lnTo>
                      <a:pt x="7740" y="3430"/>
                    </a:lnTo>
                    <a:cubicBezTo>
                      <a:pt x="7907" y="3430"/>
                      <a:pt x="8097" y="3287"/>
                      <a:pt x="8097" y="3073"/>
                    </a:cubicBezTo>
                    <a:lnTo>
                      <a:pt x="8097" y="358"/>
                    </a:lnTo>
                    <a:cubicBezTo>
                      <a:pt x="8097" y="191"/>
                      <a:pt x="7954" y="1"/>
                      <a:pt x="77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4" name="Google Shape;1604;p42"/>
          <p:cNvGrpSpPr/>
          <p:nvPr/>
        </p:nvGrpSpPr>
        <p:grpSpPr>
          <a:xfrm>
            <a:off x="4902339" y="3341769"/>
            <a:ext cx="572700" cy="572700"/>
            <a:chOff x="7224625" y="3211913"/>
            <a:chExt cx="572700" cy="572700"/>
          </a:xfrm>
        </p:grpSpPr>
        <p:sp>
          <p:nvSpPr>
            <p:cNvPr id="1605" name="Google Shape;1605;p42"/>
            <p:cNvSpPr/>
            <p:nvPr/>
          </p:nvSpPr>
          <p:spPr>
            <a:xfrm>
              <a:off x="7224625" y="3211913"/>
              <a:ext cx="572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6" name="Google Shape;1606;p42"/>
            <p:cNvGrpSpPr/>
            <p:nvPr/>
          </p:nvGrpSpPr>
          <p:grpSpPr>
            <a:xfrm>
              <a:off x="7311818" y="3321726"/>
              <a:ext cx="398314" cy="353072"/>
              <a:chOff x="6398816" y="2792585"/>
              <a:chExt cx="398314" cy="353072"/>
            </a:xfrm>
          </p:grpSpPr>
          <p:sp>
            <p:nvSpPr>
              <p:cNvPr id="1607" name="Google Shape;1607;p42"/>
              <p:cNvSpPr/>
              <p:nvPr/>
            </p:nvSpPr>
            <p:spPr>
              <a:xfrm>
                <a:off x="6401981" y="2892530"/>
                <a:ext cx="116669" cy="115070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3454" extrusionOk="0">
                    <a:moveTo>
                      <a:pt x="2382" y="1"/>
                    </a:moveTo>
                    <a:lnTo>
                      <a:pt x="0" y="3287"/>
                    </a:lnTo>
                    <a:cubicBezTo>
                      <a:pt x="72" y="3406"/>
                      <a:pt x="191" y="3454"/>
                      <a:pt x="310" y="3454"/>
                    </a:cubicBezTo>
                    <a:lnTo>
                      <a:pt x="2096" y="3454"/>
                    </a:lnTo>
                    <a:lnTo>
                      <a:pt x="3501" y="1501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2"/>
              <p:cNvSpPr/>
              <p:nvPr/>
            </p:nvSpPr>
            <p:spPr>
              <a:xfrm>
                <a:off x="6398816" y="2792585"/>
                <a:ext cx="216614" cy="171406"/>
              </a:xfrm>
              <a:custGeom>
                <a:avLst/>
                <a:gdLst/>
                <a:ahLst/>
                <a:cxnLst/>
                <a:rect l="l" t="t" r="r" b="b"/>
                <a:pathLst>
                  <a:path w="6502" h="5145" extrusionOk="0">
                    <a:moveTo>
                      <a:pt x="381" y="0"/>
                    </a:moveTo>
                    <a:cubicBezTo>
                      <a:pt x="191" y="0"/>
                      <a:pt x="0" y="143"/>
                      <a:pt x="0" y="357"/>
                    </a:cubicBezTo>
                    <a:lnTo>
                      <a:pt x="0" y="5144"/>
                    </a:lnTo>
                    <a:lnTo>
                      <a:pt x="2167" y="2215"/>
                    </a:lnTo>
                    <a:cubicBezTo>
                      <a:pt x="2286" y="2120"/>
                      <a:pt x="2358" y="2048"/>
                      <a:pt x="2477" y="2048"/>
                    </a:cubicBezTo>
                    <a:cubicBezTo>
                      <a:pt x="2596" y="2048"/>
                      <a:pt x="2691" y="2120"/>
                      <a:pt x="2787" y="2215"/>
                    </a:cubicBezTo>
                    <a:lnTo>
                      <a:pt x="4001" y="3906"/>
                    </a:lnTo>
                    <a:lnTo>
                      <a:pt x="4715" y="2882"/>
                    </a:lnTo>
                    <a:cubicBezTo>
                      <a:pt x="4777" y="2796"/>
                      <a:pt x="4896" y="2748"/>
                      <a:pt x="5013" y="2748"/>
                    </a:cubicBezTo>
                    <a:cubicBezTo>
                      <a:pt x="5122" y="2748"/>
                      <a:pt x="5229" y="2790"/>
                      <a:pt x="5287" y="2882"/>
                    </a:cubicBezTo>
                    <a:lnTo>
                      <a:pt x="6502" y="4620"/>
                    </a:lnTo>
                    <a:lnTo>
                      <a:pt x="6502" y="357"/>
                    </a:lnTo>
                    <a:cubicBezTo>
                      <a:pt x="6502" y="191"/>
                      <a:pt x="6359" y="0"/>
                      <a:pt x="61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2"/>
              <p:cNvSpPr/>
              <p:nvPr/>
            </p:nvSpPr>
            <p:spPr>
              <a:xfrm>
                <a:off x="6500360" y="2916350"/>
                <a:ext cx="115870" cy="92849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2787" extrusionOk="0">
                    <a:moveTo>
                      <a:pt x="1977" y="0"/>
                    </a:moveTo>
                    <a:lnTo>
                      <a:pt x="0" y="2786"/>
                    </a:lnTo>
                    <a:lnTo>
                      <a:pt x="3120" y="2786"/>
                    </a:lnTo>
                    <a:cubicBezTo>
                      <a:pt x="3311" y="2786"/>
                      <a:pt x="3477" y="2596"/>
                      <a:pt x="3477" y="2429"/>
                    </a:cubicBezTo>
                    <a:lnTo>
                      <a:pt x="3477" y="2120"/>
                    </a:lnTo>
                    <a:cubicBezTo>
                      <a:pt x="3454" y="2096"/>
                      <a:pt x="2001" y="48"/>
                      <a:pt x="19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2"/>
              <p:cNvSpPr/>
              <p:nvPr/>
            </p:nvSpPr>
            <p:spPr>
              <a:xfrm>
                <a:off x="6532875" y="2930609"/>
                <a:ext cx="264255" cy="215048"/>
              </a:xfrm>
              <a:custGeom>
                <a:avLst/>
                <a:gdLst/>
                <a:ahLst/>
                <a:cxnLst/>
                <a:rect l="l" t="t" r="r" b="b"/>
                <a:pathLst>
                  <a:path w="7932" h="6455" extrusionOk="0">
                    <a:moveTo>
                      <a:pt x="2489" y="4139"/>
                    </a:moveTo>
                    <a:cubicBezTo>
                      <a:pt x="2638" y="4139"/>
                      <a:pt x="2787" y="4228"/>
                      <a:pt x="2835" y="4407"/>
                    </a:cubicBezTo>
                    <a:lnTo>
                      <a:pt x="6478" y="4407"/>
                    </a:lnTo>
                    <a:cubicBezTo>
                      <a:pt x="6907" y="4430"/>
                      <a:pt x="6907" y="5097"/>
                      <a:pt x="6478" y="5121"/>
                    </a:cubicBezTo>
                    <a:lnTo>
                      <a:pt x="2835" y="5121"/>
                    </a:lnTo>
                    <a:cubicBezTo>
                      <a:pt x="2787" y="5300"/>
                      <a:pt x="2638" y="5389"/>
                      <a:pt x="2489" y="5389"/>
                    </a:cubicBezTo>
                    <a:cubicBezTo>
                      <a:pt x="2341" y="5389"/>
                      <a:pt x="2192" y="5300"/>
                      <a:pt x="2144" y="5121"/>
                    </a:cubicBezTo>
                    <a:lnTo>
                      <a:pt x="1501" y="5121"/>
                    </a:lnTo>
                    <a:cubicBezTo>
                      <a:pt x="1311" y="5121"/>
                      <a:pt x="1144" y="4978"/>
                      <a:pt x="1144" y="4764"/>
                    </a:cubicBezTo>
                    <a:cubicBezTo>
                      <a:pt x="1144" y="4573"/>
                      <a:pt x="1287" y="4407"/>
                      <a:pt x="1501" y="4407"/>
                    </a:cubicBezTo>
                    <a:lnTo>
                      <a:pt x="2144" y="4407"/>
                    </a:lnTo>
                    <a:cubicBezTo>
                      <a:pt x="2192" y="4228"/>
                      <a:pt x="2341" y="4139"/>
                      <a:pt x="2489" y="4139"/>
                    </a:cubicBezTo>
                    <a:close/>
                    <a:moveTo>
                      <a:pt x="3192" y="1"/>
                    </a:moveTo>
                    <a:lnTo>
                      <a:pt x="3192" y="1406"/>
                    </a:lnTo>
                    <a:cubicBezTo>
                      <a:pt x="3255" y="1296"/>
                      <a:pt x="3379" y="1228"/>
                      <a:pt x="3498" y="1228"/>
                    </a:cubicBezTo>
                    <a:cubicBezTo>
                      <a:pt x="3560" y="1228"/>
                      <a:pt x="3619" y="1246"/>
                      <a:pt x="3668" y="1287"/>
                    </a:cubicBezTo>
                    <a:lnTo>
                      <a:pt x="5478" y="2358"/>
                    </a:lnTo>
                    <a:cubicBezTo>
                      <a:pt x="5597" y="2406"/>
                      <a:pt x="5669" y="2525"/>
                      <a:pt x="5669" y="2644"/>
                    </a:cubicBezTo>
                    <a:cubicBezTo>
                      <a:pt x="5669" y="2763"/>
                      <a:pt x="5597" y="2882"/>
                      <a:pt x="5478" y="2954"/>
                    </a:cubicBezTo>
                    <a:lnTo>
                      <a:pt x="3668" y="4025"/>
                    </a:lnTo>
                    <a:cubicBezTo>
                      <a:pt x="3612" y="4059"/>
                      <a:pt x="3553" y="4074"/>
                      <a:pt x="3496" y="4074"/>
                    </a:cubicBezTo>
                    <a:cubicBezTo>
                      <a:pt x="3311" y="4074"/>
                      <a:pt x="3144" y="3916"/>
                      <a:pt x="3144" y="3716"/>
                    </a:cubicBezTo>
                    <a:lnTo>
                      <a:pt x="3144" y="2287"/>
                    </a:lnTo>
                    <a:cubicBezTo>
                      <a:pt x="3025" y="2716"/>
                      <a:pt x="2597" y="3025"/>
                      <a:pt x="2120" y="3025"/>
                    </a:cubicBezTo>
                    <a:lnTo>
                      <a:pt x="1" y="3025"/>
                    </a:lnTo>
                    <a:lnTo>
                      <a:pt x="1" y="5407"/>
                    </a:lnTo>
                    <a:cubicBezTo>
                      <a:pt x="1" y="5978"/>
                      <a:pt x="477" y="6455"/>
                      <a:pt x="1049" y="6455"/>
                    </a:cubicBezTo>
                    <a:lnTo>
                      <a:pt x="6859" y="6455"/>
                    </a:lnTo>
                    <a:cubicBezTo>
                      <a:pt x="7431" y="6455"/>
                      <a:pt x="7907" y="5978"/>
                      <a:pt x="7907" y="5407"/>
                    </a:cubicBezTo>
                    <a:lnTo>
                      <a:pt x="7907" y="1049"/>
                    </a:lnTo>
                    <a:cubicBezTo>
                      <a:pt x="7931" y="477"/>
                      <a:pt x="7479" y="1"/>
                      <a:pt x="68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2"/>
              <p:cNvSpPr/>
              <p:nvPr/>
            </p:nvSpPr>
            <p:spPr>
              <a:xfrm>
                <a:off x="6661405" y="3003602"/>
                <a:ext cx="25419" cy="30183"/>
              </a:xfrm>
              <a:custGeom>
                <a:avLst/>
                <a:gdLst/>
                <a:ahLst/>
                <a:cxnLst/>
                <a:rect l="l" t="t" r="r" b="b"/>
                <a:pathLst>
                  <a:path w="763" h="906" extrusionOk="0">
                    <a:moveTo>
                      <a:pt x="1" y="1"/>
                    </a:moveTo>
                    <a:lnTo>
                      <a:pt x="1" y="906"/>
                    </a:lnTo>
                    <a:lnTo>
                      <a:pt x="763" y="45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2" name="Google Shape;1612;p42"/>
          <p:cNvGrpSpPr/>
          <p:nvPr/>
        </p:nvGrpSpPr>
        <p:grpSpPr>
          <a:xfrm>
            <a:off x="1332925" y="1339375"/>
            <a:ext cx="572700" cy="572700"/>
            <a:chOff x="1332925" y="1377475"/>
            <a:chExt cx="572700" cy="572700"/>
          </a:xfrm>
        </p:grpSpPr>
        <p:sp>
          <p:nvSpPr>
            <p:cNvPr id="1613" name="Google Shape;1613;p42"/>
            <p:cNvSpPr/>
            <p:nvPr/>
          </p:nvSpPr>
          <p:spPr>
            <a:xfrm>
              <a:off x="1332925" y="1377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4" name="Google Shape;1614;p42"/>
            <p:cNvGrpSpPr/>
            <p:nvPr/>
          </p:nvGrpSpPr>
          <p:grpSpPr>
            <a:xfrm>
              <a:off x="1407042" y="1466241"/>
              <a:ext cx="424466" cy="395149"/>
              <a:chOff x="719808" y="2152304"/>
              <a:chExt cx="424466" cy="395149"/>
            </a:xfrm>
          </p:grpSpPr>
          <p:sp>
            <p:nvSpPr>
              <p:cNvPr id="1615" name="Google Shape;1615;p42"/>
              <p:cNvSpPr/>
              <p:nvPr/>
            </p:nvSpPr>
            <p:spPr>
              <a:xfrm>
                <a:off x="836410" y="2260211"/>
                <a:ext cx="192827" cy="191228"/>
              </a:xfrm>
              <a:custGeom>
                <a:avLst/>
                <a:gdLst/>
                <a:ahLst/>
                <a:cxnLst/>
                <a:rect l="l" t="t" r="r" b="b"/>
                <a:pathLst>
                  <a:path w="5788" h="5740" extrusionOk="0">
                    <a:moveTo>
                      <a:pt x="2906" y="1"/>
                    </a:moveTo>
                    <a:cubicBezTo>
                      <a:pt x="1311" y="1"/>
                      <a:pt x="1" y="1287"/>
                      <a:pt x="1" y="2882"/>
                    </a:cubicBezTo>
                    <a:cubicBezTo>
                      <a:pt x="84" y="4787"/>
                      <a:pt x="1495" y="5740"/>
                      <a:pt x="2903" y="5740"/>
                    </a:cubicBezTo>
                    <a:cubicBezTo>
                      <a:pt x="4311" y="5740"/>
                      <a:pt x="5716" y="4787"/>
                      <a:pt x="5788" y="2882"/>
                    </a:cubicBezTo>
                    <a:cubicBezTo>
                      <a:pt x="5788" y="1287"/>
                      <a:pt x="4478" y="1"/>
                      <a:pt x="29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2"/>
              <p:cNvSpPr/>
              <p:nvPr/>
            </p:nvSpPr>
            <p:spPr>
              <a:xfrm>
                <a:off x="1046661" y="2363354"/>
                <a:ext cx="97613" cy="122199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3668" extrusionOk="0">
                    <a:moveTo>
                      <a:pt x="120" y="1"/>
                    </a:moveTo>
                    <a:cubicBezTo>
                      <a:pt x="120" y="239"/>
                      <a:pt x="72" y="477"/>
                      <a:pt x="1" y="691"/>
                    </a:cubicBezTo>
                    <a:lnTo>
                      <a:pt x="1120" y="691"/>
                    </a:lnTo>
                    <a:lnTo>
                      <a:pt x="1120" y="1620"/>
                    </a:lnTo>
                    <a:cubicBezTo>
                      <a:pt x="1" y="2049"/>
                      <a:pt x="286" y="3668"/>
                      <a:pt x="1477" y="3668"/>
                    </a:cubicBezTo>
                    <a:cubicBezTo>
                      <a:pt x="2668" y="3668"/>
                      <a:pt x="2930" y="2049"/>
                      <a:pt x="1834" y="1620"/>
                    </a:cubicBezTo>
                    <a:lnTo>
                      <a:pt x="1834" y="358"/>
                    </a:lnTo>
                    <a:cubicBezTo>
                      <a:pt x="1834" y="167"/>
                      <a:pt x="1668" y="1"/>
                      <a:pt x="14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2"/>
              <p:cNvSpPr/>
              <p:nvPr/>
            </p:nvSpPr>
            <p:spPr>
              <a:xfrm>
                <a:off x="884017" y="2152304"/>
                <a:ext cx="96847" cy="85719"/>
              </a:xfrm>
              <a:custGeom>
                <a:avLst/>
                <a:gdLst/>
                <a:ahLst/>
                <a:cxnLst/>
                <a:rect l="l" t="t" r="r" b="b"/>
                <a:pathLst>
                  <a:path w="2907" h="2573" extrusionOk="0">
                    <a:moveTo>
                      <a:pt x="1430" y="1"/>
                    </a:moveTo>
                    <a:cubicBezTo>
                      <a:pt x="286" y="1"/>
                      <a:pt x="1" y="1597"/>
                      <a:pt x="1120" y="2025"/>
                    </a:cubicBezTo>
                    <a:lnTo>
                      <a:pt x="1120" y="2573"/>
                    </a:lnTo>
                    <a:cubicBezTo>
                      <a:pt x="1239" y="2561"/>
                      <a:pt x="1358" y="2555"/>
                      <a:pt x="1471" y="2555"/>
                    </a:cubicBezTo>
                    <a:cubicBezTo>
                      <a:pt x="1584" y="2555"/>
                      <a:pt x="1692" y="2561"/>
                      <a:pt x="1787" y="2573"/>
                    </a:cubicBezTo>
                    <a:lnTo>
                      <a:pt x="1787" y="2025"/>
                    </a:lnTo>
                    <a:cubicBezTo>
                      <a:pt x="2906" y="1597"/>
                      <a:pt x="2620" y="1"/>
                      <a:pt x="1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42"/>
              <p:cNvSpPr/>
              <p:nvPr/>
            </p:nvSpPr>
            <p:spPr>
              <a:xfrm>
                <a:off x="1034768" y="2198345"/>
                <a:ext cx="109506" cy="122199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668" extrusionOk="0">
                    <a:moveTo>
                      <a:pt x="1834" y="0"/>
                    </a:moveTo>
                    <a:cubicBezTo>
                      <a:pt x="643" y="24"/>
                      <a:pt x="405" y="1643"/>
                      <a:pt x="1477" y="2024"/>
                    </a:cubicBezTo>
                    <a:lnTo>
                      <a:pt x="1477" y="2977"/>
                    </a:lnTo>
                    <a:lnTo>
                      <a:pt x="0" y="2977"/>
                    </a:lnTo>
                    <a:cubicBezTo>
                      <a:pt x="120" y="3191"/>
                      <a:pt x="239" y="3429"/>
                      <a:pt x="310" y="3668"/>
                    </a:cubicBezTo>
                    <a:lnTo>
                      <a:pt x="1787" y="3668"/>
                    </a:lnTo>
                    <a:cubicBezTo>
                      <a:pt x="2025" y="3668"/>
                      <a:pt x="2191" y="3501"/>
                      <a:pt x="2191" y="3310"/>
                    </a:cubicBezTo>
                    <a:lnTo>
                      <a:pt x="2191" y="2024"/>
                    </a:lnTo>
                    <a:cubicBezTo>
                      <a:pt x="3287" y="1620"/>
                      <a:pt x="3025" y="0"/>
                      <a:pt x="18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42"/>
              <p:cNvSpPr/>
              <p:nvPr/>
            </p:nvSpPr>
            <p:spPr>
              <a:xfrm>
                <a:off x="890380" y="2467297"/>
                <a:ext cx="84920" cy="80156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2406" extrusionOk="0">
                    <a:moveTo>
                      <a:pt x="0" y="0"/>
                    </a:moveTo>
                    <a:lnTo>
                      <a:pt x="0" y="1143"/>
                    </a:lnTo>
                    <a:cubicBezTo>
                      <a:pt x="0" y="1834"/>
                      <a:pt x="572" y="2406"/>
                      <a:pt x="1286" y="2406"/>
                    </a:cubicBezTo>
                    <a:cubicBezTo>
                      <a:pt x="2001" y="2406"/>
                      <a:pt x="2548" y="1858"/>
                      <a:pt x="2548" y="1143"/>
                    </a:cubicBezTo>
                    <a:lnTo>
                      <a:pt x="2548" y="0"/>
                    </a:lnTo>
                    <a:cubicBezTo>
                      <a:pt x="2155" y="167"/>
                      <a:pt x="1709" y="250"/>
                      <a:pt x="1265" y="250"/>
                    </a:cubicBezTo>
                    <a:cubicBezTo>
                      <a:pt x="822" y="250"/>
                      <a:pt x="381" y="167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2"/>
              <p:cNvSpPr/>
              <p:nvPr/>
            </p:nvSpPr>
            <p:spPr>
              <a:xfrm>
                <a:off x="719808" y="2363354"/>
                <a:ext cx="96813" cy="122199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3668" extrusionOk="0">
                    <a:moveTo>
                      <a:pt x="1453" y="1"/>
                    </a:moveTo>
                    <a:cubicBezTo>
                      <a:pt x="1286" y="1"/>
                      <a:pt x="1096" y="143"/>
                      <a:pt x="1096" y="358"/>
                    </a:cubicBezTo>
                    <a:lnTo>
                      <a:pt x="1096" y="1620"/>
                    </a:lnTo>
                    <a:cubicBezTo>
                      <a:pt x="0" y="2049"/>
                      <a:pt x="262" y="3668"/>
                      <a:pt x="1453" y="3668"/>
                    </a:cubicBezTo>
                    <a:cubicBezTo>
                      <a:pt x="2644" y="3620"/>
                      <a:pt x="2882" y="2025"/>
                      <a:pt x="1810" y="1620"/>
                    </a:cubicBezTo>
                    <a:lnTo>
                      <a:pt x="1810" y="691"/>
                    </a:lnTo>
                    <a:lnTo>
                      <a:pt x="2905" y="691"/>
                    </a:lnTo>
                    <a:cubicBezTo>
                      <a:pt x="2858" y="429"/>
                      <a:pt x="2834" y="239"/>
                      <a:pt x="27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42"/>
              <p:cNvSpPr/>
              <p:nvPr/>
            </p:nvSpPr>
            <p:spPr>
              <a:xfrm>
                <a:off x="721373" y="2198345"/>
                <a:ext cx="107141" cy="122199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3668" extrusionOk="0">
                    <a:moveTo>
                      <a:pt x="1430" y="0"/>
                    </a:moveTo>
                    <a:cubicBezTo>
                      <a:pt x="239" y="24"/>
                      <a:pt x="1" y="1643"/>
                      <a:pt x="1072" y="2024"/>
                    </a:cubicBezTo>
                    <a:lnTo>
                      <a:pt x="1072" y="3310"/>
                    </a:lnTo>
                    <a:cubicBezTo>
                      <a:pt x="1072" y="3501"/>
                      <a:pt x="1215" y="3668"/>
                      <a:pt x="1430" y="3668"/>
                    </a:cubicBezTo>
                    <a:lnTo>
                      <a:pt x="2930" y="3668"/>
                    </a:lnTo>
                    <a:cubicBezTo>
                      <a:pt x="3001" y="3429"/>
                      <a:pt x="3097" y="3191"/>
                      <a:pt x="3216" y="2977"/>
                    </a:cubicBezTo>
                    <a:lnTo>
                      <a:pt x="1763" y="2977"/>
                    </a:lnTo>
                    <a:lnTo>
                      <a:pt x="1763" y="2024"/>
                    </a:lnTo>
                    <a:lnTo>
                      <a:pt x="1787" y="2024"/>
                    </a:lnTo>
                    <a:cubicBezTo>
                      <a:pt x="2906" y="1620"/>
                      <a:pt x="2620" y="0"/>
                      <a:pt x="14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630" name="Google Shape;1630;p42"/>
          <p:cNvCxnSpPr>
            <a:cxnSpLocks/>
            <a:stCxn id="1613" idx="3"/>
          </p:cNvCxnSpPr>
          <p:nvPr/>
        </p:nvCxnSpPr>
        <p:spPr>
          <a:xfrm>
            <a:off x="1905625" y="1625725"/>
            <a:ext cx="1391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631" name="Google Shape;1631;p42"/>
          <p:cNvCxnSpPr>
            <a:cxnSpLocks/>
          </p:cNvCxnSpPr>
          <p:nvPr/>
        </p:nvCxnSpPr>
        <p:spPr>
          <a:xfrm>
            <a:off x="3869525" y="1625725"/>
            <a:ext cx="1391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633" name="Google Shape;1633;p42"/>
          <p:cNvCxnSpPr>
            <a:cxnSpLocks/>
            <a:stCxn id="1598" idx="3"/>
            <a:endCxn id="1605" idx="1"/>
          </p:cNvCxnSpPr>
          <p:nvPr/>
        </p:nvCxnSpPr>
        <p:spPr>
          <a:xfrm flipV="1">
            <a:off x="1919375" y="3628119"/>
            <a:ext cx="2982964" cy="857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636" name="Google Shape;1636;p42"/>
          <p:cNvCxnSpPr>
            <a:cxnSpLocks/>
            <a:stCxn id="1559" idx="2"/>
            <a:endCxn id="1598" idx="0"/>
          </p:cNvCxnSpPr>
          <p:nvPr/>
        </p:nvCxnSpPr>
        <p:spPr>
          <a:xfrm rot="5400000">
            <a:off x="3437656" y="874139"/>
            <a:ext cx="671579" cy="428083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2" name="Google Shape;1579;p42"/>
          <p:cNvGrpSpPr/>
          <p:nvPr/>
        </p:nvGrpSpPr>
        <p:grpSpPr>
          <a:xfrm>
            <a:off x="3373817" y="1339375"/>
            <a:ext cx="572700" cy="572700"/>
            <a:chOff x="7224625" y="1377475"/>
            <a:chExt cx="572700" cy="572700"/>
          </a:xfrm>
        </p:grpSpPr>
        <p:sp>
          <p:nvSpPr>
            <p:cNvPr id="3" name="Google Shape;1580;p42"/>
            <p:cNvSpPr/>
            <p:nvPr/>
          </p:nvSpPr>
          <p:spPr>
            <a:xfrm>
              <a:off x="7224625" y="1377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1581;p42"/>
            <p:cNvGrpSpPr/>
            <p:nvPr/>
          </p:nvGrpSpPr>
          <p:grpSpPr>
            <a:xfrm>
              <a:off x="7311418" y="1484498"/>
              <a:ext cx="399114" cy="358636"/>
              <a:chOff x="5589561" y="3410611"/>
              <a:chExt cx="399114" cy="358636"/>
            </a:xfrm>
          </p:grpSpPr>
          <p:sp>
            <p:nvSpPr>
              <p:cNvPr id="5" name="Google Shape;1582;p42"/>
              <p:cNvSpPr/>
              <p:nvPr/>
            </p:nvSpPr>
            <p:spPr>
              <a:xfrm>
                <a:off x="5664120" y="3716076"/>
                <a:ext cx="252328" cy="53171"/>
              </a:xfrm>
              <a:custGeom>
                <a:avLst/>
                <a:gdLst/>
                <a:ahLst/>
                <a:cxnLst/>
                <a:rect l="l" t="t" r="r" b="b"/>
                <a:pathLst>
                  <a:path w="7574" h="1596" extrusionOk="0">
                    <a:moveTo>
                      <a:pt x="1335" y="0"/>
                    </a:moveTo>
                    <a:lnTo>
                      <a:pt x="1025" y="881"/>
                    </a:lnTo>
                    <a:lnTo>
                      <a:pt x="358" y="881"/>
                    </a:lnTo>
                    <a:cubicBezTo>
                      <a:pt x="192" y="881"/>
                      <a:pt x="1" y="1048"/>
                      <a:pt x="1" y="1238"/>
                    </a:cubicBezTo>
                    <a:cubicBezTo>
                      <a:pt x="1" y="1453"/>
                      <a:pt x="144" y="1596"/>
                      <a:pt x="358" y="1596"/>
                    </a:cubicBezTo>
                    <a:lnTo>
                      <a:pt x="7050" y="1596"/>
                    </a:lnTo>
                    <a:cubicBezTo>
                      <a:pt x="7574" y="1572"/>
                      <a:pt x="7574" y="881"/>
                      <a:pt x="7122" y="881"/>
                    </a:cubicBezTo>
                    <a:lnTo>
                      <a:pt x="6455" y="881"/>
                    </a:lnTo>
                    <a:lnTo>
                      <a:pt x="6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1583;p42"/>
              <p:cNvSpPr/>
              <p:nvPr/>
            </p:nvSpPr>
            <p:spPr>
              <a:xfrm>
                <a:off x="5591160" y="3669269"/>
                <a:ext cx="397515" cy="23820"/>
              </a:xfrm>
              <a:custGeom>
                <a:avLst/>
                <a:gdLst/>
                <a:ahLst/>
                <a:cxnLst/>
                <a:rect l="l" t="t" r="r" b="b"/>
                <a:pathLst>
                  <a:path w="11932" h="715" extrusionOk="0">
                    <a:moveTo>
                      <a:pt x="24" y="0"/>
                    </a:moveTo>
                    <a:lnTo>
                      <a:pt x="24" y="357"/>
                    </a:lnTo>
                    <a:lnTo>
                      <a:pt x="0" y="357"/>
                    </a:lnTo>
                    <a:cubicBezTo>
                      <a:pt x="0" y="548"/>
                      <a:pt x="143" y="714"/>
                      <a:pt x="357" y="714"/>
                    </a:cubicBezTo>
                    <a:lnTo>
                      <a:pt x="11574" y="714"/>
                    </a:lnTo>
                    <a:cubicBezTo>
                      <a:pt x="11764" y="714"/>
                      <a:pt x="11931" y="572"/>
                      <a:pt x="11931" y="357"/>
                    </a:cubicBezTo>
                    <a:lnTo>
                      <a:pt x="119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584;p42"/>
              <p:cNvSpPr/>
              <p:nvPr/>
            </p:nvSpPr>
            <p:spPr>
              <a:xfrm>
                <a:off x="5894227" y="3580384"/>
                <a:ext cx="23021" cy="65897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978" extrusionOk="0">
                    <a:moveTo>
                      <a:pt x="0" y="1"/>
                    </a:moveTo>
                    <a:lnTo>
                      <a:pt x="0" y="1977"/>
                    </a:lnTo>
                    <a:lnTo>
                      <a:pt x="691" y="1977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585;p42"/>
              <p:cNvSpPr/>
              <p:nvPr/>
            </p:nvSpPr>
            <p:spPr>
              <a:xfrm>
                <a:off x="5802178" y="3533577"/>
                <a:ext cx="23054" cy="11270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3383" extrusionOk="0">
                    <a:moveTo>
                      <a:pt x="1" y="1"/>
                    </a:moveTo>
                    <a:lnTo>
                      <a:pt x="1" y="3382"/>
                    </a:lnTo>
                    <a:lnTo>
                      <a:pt x="691" y="3382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586;p42"/>
              <p:cNvSpPr/>
              <p:nvPr/>
            </p:nvSpPr>
            <p:spPr>
              <a:xfrm>
                <a:off x="5709362" y="3618464"/>
                <a:ext cx="22254" cy="27018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11" extrusionOk="0">
                    <a:moveTo>
                      <a:pt x="0" y="1"/>
                    </a:moveTo>
                    <a:lnTo>
                      <a:pt x="0" y="811"/>
                    </a:lnTo>
                    <a:lnTo>
                      <a:pt x="667" y="811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587;p42"/>
              <p:cNvSpPr/>
              <p:nvPr/>
            </p:nvSpPr>
            <p:spPr>
              <a:xfrm>
                <a:off x="5589561" y="3410611"/>
                <a:ext cx="398314" cy="235670"/>
              </a:xfrm>
              <a:custGeom>
                <a:avLst/>
                <a:gdLst/>
                <a:ahLst/>
                <a:cxnLst/>
                <a:rect l="l" t="t" r="r" b="b"/>
                <a:pathLst>
                  <a:path w="11956" h="7074" extrusionOk="0">
                    <a:moveTo>
                      <a:pt x="8026" y="1406"/>
                    </a:moveTo>
                    <a:cubicBezTo>
                      <a:pt x="8502" y="1429"/>
                      <a:pt x="8502" y="2072"/>
                      <a:pt x="8026" y="2120"/>
                    </a:cubicBezTo>
                    <a:lnTo>
                      <a:pt x="1810" y="2120"/>
                    </a:lnTo>
                    <a:cubicBezTo>
                      <a:pt x="1620" y="2120"/>
                      <a:pt x="1429" y="1953"/>
                      <a:pt x="1429" y="1763"/>
                    </a:cubicBezTo>
                    <a:cubicBezTo>
                      <a:pt x="1429" y="1548"/>
                      <a:pt x="1596" y="1406"/>
                      <a:pt x="1810" y="1406"/>
                    </a:cubicBezTo>
                    <a:close/>
                    <a:moveTo>
                      <a:pt x="10217" y="1429"/>
                    </a:moveTo>
                    <a:cubicBezTo>
                      <a:pt x="10669" y="1453"/>
                      <a:pt x="10669" y="2144"/>
                      <a:pt x="10217" y="2144"/>
                    </a:cubicBezTo>
                    <a:lnTo>
                      <a:pt x="9383" y="2144"/>
                    </a:lnTo>
                    <a:cubicBezTo>
                      <a:pt x="9217" y="2144"/>
                      <a:pt x="9026" y="2001"/>
                      <a:pt x="9026" y="1787"/>
                    </a:cubicBezTo>
                    <a:cubicBezTo>
                      <a:pt x="9026" y="1572"/>
                      <a:pt x="9169" y="1429"/>
                      <a:pt x="9383" y="1429"/>
                    </a:cubicBezTo>
                    <a:close/>
                    <a:moveTo>
                      <a:pt x="4620" y="2763"/>
                    </a:moveTo>
                    <a:cubicBezTo>
                      <a:pt x="5097" y="2834"/>
                      <a:pt x="5097" y="3477"/>
                      <a:pt x="4620" y="3477"/>
                    </a:cubicBezTo>
                    <a:lnTo>
                      <a:pt x="1810" y="3477"/>
                    </a:lnTo>
                    <a:cubicBezTo>
                      <a:pt x="1620" y="3477"/>
                      <a:pt x="1429" y="3335"/>
                      <a:pt x="1429" y="3120"/>
                    </a:cubicBezTo>
                    <a:cubicBezTo>
                      <a:pt x="1429" y="2906"/>
                      <a:pt x="1596" y="2763"/>
                      <a:pt x="1810" y="2763"/>
                    </a:cubicBezTo>
                    <a:close/>
                    <a:moveTo>
                      <a:pt x="4620" y="4168"/>
                    </a:moveTo>
                    <a:cubicBezTo>
                      <a:pt x="5073" y="4192"/>
                      <a:pt x="5097" y="4882"/>
                      <a:pt x="4620" y="4882"/>
                    </a:cubicBezTo>
                    <a:lnTo>
                      <a:pt x="1810" y="4882"/>
                    </a:lnTo>
                    <a:cubicBezTo>
                      <a:pt x="1620" y="4882"/>
                      <a:pt x="1429" y="4740"/>
                      <a:pt x="1429" y="4525"/>
                    </a:cubicBezTo>
                    <a:cubicBezTo>
                      <a:pt x="1429" y="4311"/>
                      <a:pt x="1596" y="4168"/>
                      <a:pt x="1810" y="4168"/>
                    </a:cubicBezTo>
                    <a:close/>
                    <a:moveTo>
                      <a:pt x="358" y="1"/>
                    </a:moveTo>
                    <a:cubicBezTo>
                      <a:pt x="191" y="1"/>
                      <a:pt x="0" y="143"/>
                      <a:pt x="0" y="358"/>
                    </a:cubicBezTo>
                    <a:lnTo>
                      <a:pt x="0" y="7073"/>
                    </a:lnTo>
                    <a:lnTo>
                      <a:pt x="2834" y="7073"/>
                    </a:lnTo>
                    <a:lnTo>
                      <a:pt x="2834" y="5930"/>
                    </a:lnTo>
                    <a:cubicBezTo>
                      <a:pt x="2834" y="5740"/>
                      <a:pt x="2977" y="5573"/>
                      <a:pt x="3192" y="5573"/>
                    </a:cubicBezTo>
                    <a:lnTo>
                      <a:pt x="4597" y="5573"/>
                    </a:lnTo>
                    <a:cubicBezTo>
                      <a:pt x="4787" y="5573"/>
                      <a:pt x="4954" y="5716"/>
                      <a:pt x="4954" y="5930"/>
                    </a:cubicBezTo>
                    <a:lnTo>
                      <a:pt x="4954" y="7073"/>
                    </a:lnTo>
                    <a:lnTo>
                      <a:pt x="5644" y="7073"/>
                    </a:lnTo>
                    <a:lnTo>
                      <a:pt x="5644" y="3335"/>
                    </a:lnTo>
                    <a:cubicBezTo>
                      <a:pt x="5644" y="3144"/>
                      <a:pt x="5787" y="2977"/>
                      <a:pt x="6002" y="2977"/>
                    </a:cubicBezTo>
                    <a:lnTo>
                      <a:pt x="7407" y="2977"/>
                    </a:lnTo>
                    <a:cubicBezTo>
                      <a:pt x="7573" y="2977"/>
                      <a:pt x="7764" y="3120"/>
                      <a:pt x="7764" y="3335"/>
                    </a:cubicBezTo>
                    <a:lnTo>
                      <a:pt x="7764" y="7073"/>
                    </a:lnTo>
                    <a:lnTo>
                      <a:pt x="8431" y="7073"/>
                    </a:lnTo>
                    <a:lnTo>
                      <a:pt x="8431" y="4740"/>
                    </a:lnTo>
                    <a:cubicBezTo>
                      <a:pt x="8431" y="4549"/>
                      <a:pt x="8597" y="4382"/>
                      <a:pt x="8788" y="4382"/>
                    </a:cubicBezTo>
                    <a:lnTo>
                      <a:pt x="10193" y="4382"/>
                    </a:lnTo>
                    <a:cubicBezTo>
                      <a:pt x="10384" y="4382"/>
                      <a:pt x="10550" y="4525"/>
                      <a:pt x="10550" y="4740"/>
                    </a:cubicBezTo>
                    <a:lnTo>
                      <a:pt x="10550" y="7073"/>
                    </a:lnTo>
                    <a:lnTo>
                      <a:pt x="11955" y="7073"/>
                    </a:lnTo>
                    <a:lnTo>
                      <a:pt x="11955" y="358"/>
                    </a:lnTo>
                    <a:cubicBezTo>
                      <a:pt x="11955" y="143"/>
                      <a:pt x="11812" y="1"/>
                      <a:pt x="115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>
          <a:extLst>
            <a:ext uri="{FF2B5EF4-FFF2-40B4-BE49-F238E27FC236}">
              <a16:creationId xmlns:a16="http://schemas.microsoft.com/office/drawing/2014/main" id="{8368FD28-5A8A-C692-35C4-C3769DF3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4">
            <a:extLst>
              <a:ext uri="{FF2B5EF4-FFF2-40B4-BE49-F238E27FC236}">
                <a16:creationId xmlns:a16="http://schemas.microsoft.com/office/drawing/2014/main" id="{EA5770B4-BD62-FD85-01E8-F0FB9DCDF5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Evaluacija IR sistema</a:t>
            </a:r>
            <a:br>
              <a:rPr lang="sr-Latn-RS" dirty="0"/>
            </a:br>
            <a:endParaRPr dirty="0"/>
          </a:p>
        </p:txBody>
      </p:sp>
      <p:sp>
        <p:nvSpPr>
          <p:cNvPr id="1424" name="Google Shape;1424;p34">
            <a:extLst>
              <a:ext uri="{FF2B5EF4-FFF2-40B4-BE49-F238E27FC236}">
                <a16:creationId xmlns:a16="http://schemas.microsoft.com/office/drawing/2014/main" id="{ED0653DB-618A-99E1-B42B-51868CB839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3310" y="1402461"/>
            <a:ext cx="6892803" cy="3350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Preciznost</a:t>
            </a:r>
            <a:r>
              <a:rPr lang="en-GB" sz="1600" dirty="0"/>
              <a:t> (Precision) – </a:t>
            </a:r>
            <a:r>
              <a:rPr lang="en-GB" sz="1600" dirty="0" err="1"/>
              <a:t>koliko</a:t>
            </a:r>
            <a:r>
              <a:rPr lang="en-GB" sz="1600" dirty="0"/>
              <a:t> </a:t>
            </a:r>
            <a:r>
              <a:rPr lang="en-GB" sz="1600" dirty="0" err="1"/>
              <a:t>su</a:t>
            </a:r>
            <a:r>
              <a:rPr lang="en-GB" sz="1600" dirty="0"/>
              <a:t> </a:t>
            </a:r>
            <a:r>
              <a:rPr lang="en-GB" sz="1600" dirty="0" err="1"/>
              <a:t>rezultati</a:t>
            </a:r>
            <a:r>
              <a:rPr lang="en-GB" sz="1600" dirty="0"/>
              <a:t> </a:t>
            </a:r>
            <a:r>
              <a:rPr lang="en-GB" sz="1600" dirty="0" err="1"/>
              <a:t>tačni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Odziv</a:t>
            </a:r>
            <a:r>
              <a:rPr lang="en-GB" sz="1600" dirty="0"/>
              <a:t> (Recall) – </a:t>
            </a:r>
            <a:r>
              <a:rPr lang="en-GB" sz="1600" dirty="0" err="1"/>
              <a:t>koliko</a:t>
            </a:r>
            <a:r>
              <a:rPr lang="en-GB" sz="1600" dirty="0"/>
              <a:t> </a:t>
            </a:r>
            <a:r>
              <a:rPr lang="en-GB" sz="1600" dirty="0" err="1"/>
              <a:t>relevantnih</a:t>
            </a:r>
            <a:r>
              <a:rPr lang="en-GB" sz="1600" dirty="0"/>
              <a:t> </a:t>
            </a:r>
            <a:r>
              <a:rPr lang="en-GB" sz="1600" dirty="0" err="1"/>
              <a:t>dokumenata</a:t>
            </a:r>
            <a:r>
              <a:rPr lang="en-GB" sz="1600" dirty="0"/>
              <a:t> je </a:t>
            </a:r>
            <a:r>
              <a:rPr lang="en-GB" sz="1600" dirty="0" err="1"/>
              <a:t>pronađeno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F-metra – </a:t>
            </a:r>
            <a:r>
              <a:rPr lang="en-GB" sz="1600" dirty="0" err="1"/>
              <a:t>balans</a:t>
            </a:r>
            <a:r>
              <a:rPr lang="en-GB" sz="1600" dirty="0"/>
              <a:t> </a:t>
            </a:r>
            <a:r>
              <a:rPr lang="en-GB" sz="1600" dirty="0" err="1"/>
              <a:t>preciznosti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odziva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Evaluacija</a:t>
            </a:r>
            <a:r>
              <a:rPr lang="en-GB" sz="1600" dirty="0"/>
              <a:t> se </a:t>
            </a:r>
            <a:r>
              <a:rPr lang="en-GB" sz="1600" dirty="0" err="1"/>
              <a:t>vrši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testnim</a:t>
            </a:r>
            <a:r>
              <a:rPr lang="en-GB" sz="1600" dirty="0"/>
              <a:t> </a:t>
            </a:r>
            <a:r>
              <a:rPr lang="en-GB" sz="1600" dirty="0" err="1"/>
              <a:t>skupovima</a:t>
            </a:r>
            <a:r>
              <a:rPr lang="en-GB" sz="1600" dirty="0"/>
              <a:t> </a:t>
            </a:r>
            <a:endParaRPr lang="sr-Latn-RS" sz="1600" dirty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Cilj</a:t>
            </a:r>
            <a:r>
              <a:rPr lang="en-GB" sz="1600" dirty="0"/>
              <a:t> je </a:t>
            </a:r>
            <a:r>
              <a:rPr lang="en-GB" sz="1600" dirty="0" err="1"/>
              <a:t>poboljšanje</a:t>
            </a:r>
            <a:r>
              <a:rPr lang="en-GB" sz="1600" dirty="0"/>
              <a:t> </a:t>
            </a:r>
            <a:r>
              <a:rPr lang="en-GB" sz="1600" dirty="0" err="1"/>
              <a:t>kvaliteta</a:t>
            </a:r>
            <a:r>
              <a:rPr lang="en-GB" sz="1600" dirty="0"/>
              <a:t> </a:t>
            </a:r>
            <a:r>
              <a:rPr lang="en-GB" sz="1600" dirty="0" err="1"/>
              <a:t>pretrage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00070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>
          <a:extLst>
            <a:ext uri="{FF2B5EF4-FFF2-40B4-BE49-F238E27FC236}">
              <a16:creationId xmlns:a16="http://schemas.microsoft.com/office/drawing/2014/main" id="{68790B44-5AFE-AE09-4CCD-4249FA1CE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4">
            <a:extLst>
              <a:ext uri="{FF2B5EF4-FFF2-40B4-BE49-F238E27FC236}">
                <a16:creationId xmlns:a16="http://schemas.microsoft.com/office/drawing/2014/main" id="{90EF56A1-D888-8C65-E7D2-600D369AB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Zaključak</a:t>
            </a:r>
            <a:endParaRPr dirty="0"/>
          </a:p>
        </p:txBody>
      </p:sp>
      <p:sp>
        <p:nvSpPr>
          <p:cNvPr id="1424" name="Google Shape;1424;p34">
            <a:extLst>
              <a:ext uri="{FF2B5EF4-FFF2-40B4-BE49-F238E27FC236}">
                <a16:creationId xmlns:a16="http://schemas.microsoft.com/office/drawing/2014/main" id="{10DA68F4-1CA0-315E-072B-DE747BD1B7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3310" y="1402461"/>
            <a:ext cx="6892803" cy="3350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sr-Latn-RS" sz="1600" dirty="0"/>
              <a:t>	</a:t>
            </a:r>
            <a:r>
              <a:rPr lang="en-GB" sz="1600" dirty="0"/>
              <a:t>Information Retrieval </a:t>
            </a:r>
            <a:r>
              <a:rPr lang="en-GB" sz="1600" dirty="0" err="1"/>
              <a:t>predstavlja</a:t>
            </a:r>
            <a:r>
              <a:rPr lang="en-GB" sz="1600" dirty="0"/>
              <a:t> </a:t>
            </a:r>
            <a:r>
              <a:rPr lang="en-GB" sz="1600" dirty="0" err="1"/>
              <a:t>jednu</a:t>
            </a:r>
            <a:r>
              <a:rPr lang="en-GB" sz="1600" dirty="0"/>
              <a:t> od </a:t>
            </a:r>
            <a:r>
              <a:rPr lang="en-GB" sz="1600" dirty="0" err="1"/>
              <a:t>ključnih</a:t>
            </a:r>
            <a:r>
              <a:rPr lang="en-GB" sz="1600" dirty="0"/>
              <a:t> </a:t>
            </a:r>
            <a:r>
              <a:rPr lang="en-GB" sz="1600" dirty="0" err="1"/>
              <a:t>oblasti</a:t>
            </a:r>
            <a:r>
              <a:rPr lang="en-GB" sz="1600" dirty="0"/>
              <a:t> </a:t>
            </a:r>
            <a:r>
              <a:rPr lang="en-GB" sz="1600" dirty="0" err="1"/>
              <a:t>savremenog</a:t>
            </a:r>
            <a:r>
              <a:rPr lang="en-GB" sz="1600" dirty="0"/>
              <a:t> </a:t>
            </a:r>
            <a:r>
              <a:rPr lang="en-GB" sz="1600" dirty="0" err="1"/>
              <a:t>računarstva</a:t>
            </a:r>
            <a:r>
              <a:rPr lang="en-GB" sz="1600" dirty="0"/>
              <a:t> </a:t>
            </a:r>
            <a:r>
              <a:rPr lang="en-GB" sz="1600" dirty="0" err="1"/>
              <a:t>jer</a:t>
            </a:r>
            <a:r>
              <a:rPr lang="en-GB" sz="1600" dirty="0"/>
              <a:t> </a:t>
            </a:r>
            <a:r>
              <a:rPr lang="en-GB" sz="1600" dirty="0" err="1"/>
              <a:t>omogućava</a:t>
            </a:r>
            <a:r>
              <a:rPr lang="en-GB" sz="1600" dirty="0"/>
              <a:t> </a:t>
            </a:r>
            <a:r>
              <a:rPr lang="en-GB" sz="1600" dirty="0" err="1"/>
              <a:t>efikasno</a:t>
            </a:r>
            <a:r>
              <a:rPr lang="en-GB" sz="1600" dirty="0"/>
              <a:t> </a:t>
            </a:r>
            <a:r>
              <a:rPr lang="en-GB" sz="1600" dirty="0" err="1"/>
              <a:t>pronalaženje</a:t>
            </a:r>
            <a:r>
              <a:rPr lang="en-GB" sz="1600" dirty="0"/>
              <a:t> </a:t>
            </a:r>
            <a:r>
              <a:rPr lang="en-GB" sz="1600" dirty="0" err="1"/>
              <a:t>relevantnih</a:t>
            </a:r>
            <a:r>
              <a:rPr lang="en-GB" sz="1600" dirty="0"/>
              <a:t> </a:t>
            </a:r>
            <a:r>
              <a:rPr lang="en-GB" sz="1600" dirty="0" err="1"/>
              <a:t>informacija</a:t>
            </a:r>
            <a:r>
              <a:rPr lang="en-GB" sz="1600" dirty="0"/>
              <a:t> u </a:t>
            </a:r>
            <a:r>
              <a:rPr lang="en-GB" sz="1600" dirty="0" err="1"/>
              <a:t>velikim</a:t>
            </a:r>
            <a:r>
              <a:rPr lang="en-GB" sz="1600" dirty="0"/>
              <a:t> </a:t>
            </a:r>
            <a:r>
              <a:rPr lang="en-GB" sz="1600" dirty="0" err="1"/>
              <a:t>količinama</a:t>
            </a:r>
            <a:r>
              <a:rPr lang="en-GB" sz="1600" dirty="0"/>
              <a:t> </a:t>
            </a:r>
            <a:r>
              <a:rPr lang="en-GB" sz="1600" dirty="0" err="1"/>
              <a:t>podataka</a:t>
            </a:r>
            <a:r>
              <a:rPr lang="en-GB" sz="1600" dirty="0"/>
              <a:t>. IR </a:t>
            </a:r>
            <a:r>
              <a:rPr lang="en-GB" sz="1600" dirty="0" err="1"/>
              <a:t>sistemi</a:t>
            </a:r>
            <a:r>
              <a:rPr lang="en-GB" sz="1600" dirty="0"/>
              <a:t> se </a:t>
            </a:r>
            <a:r>
              <a:rPr lang="en-GB" sz="1600" dirty="0" err="1"/>
              <a:t>svakodnevno</a:t>
            </a:r>
            <a:r>
              <a:rPr lang="en-GB" sz="1600" dirty="0"/>
              <a:t> </a:t>
            </a:r>
            <a:r>
              <a:rPr lang="en-GB" sz="1600" dirty="0" err="1"/>
              <a:t>koriste</a:t>
            </a:r>
            <a:r>
              <a:rPr lang="en-GB" sz="1600" dirty="0"/>
              <a:t> u </a:t>
            </a:r>
            <a:r>
              <a:rPr lang="en-GB" sz="1600" dirty="0" err="1"/>
              <a:t>pretraživačima</a:t>
            </a:r>
            <a:r>
              <a:rPr lang="en-GB" sz="1600" dirty="0"/>
              <a:t>, </a:t>
            </a:r>
            <a:r>
              <a:rPr lang="en-GB" sz="1600" dirty="0" err="1"/>
              <a:t>digitalnim</a:t>
            </a:r>
            <a:r>
              <a:rPr lang="en-GB" sz="1600" dirty="0"/>
              <a:t> </a:t>
            </a:r>
            <a:r>
              <a:rPr lang="en-GB" sz="1600" dirty="0" err="1"/>
              <a:t>bibliotekama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poslovnim</a:t>
            </a:r>
            <a:r>
              <a:rPr lang="en-GB" sz="1600" dirty="0"/>
              <a:t> </a:t>
            </a:r>
            <a:r>
              <a:rPr lang="en-GB" sz="1600" dirty="0" err="1"/>
              <a:t>aplikacijama</a:t>
            </a:r>
            <a:r>
              <a:rPr lang="en-GB" sz="1600" dirty="0"/>
              <a:t>, </a:t>
            </a:r>
            <a:r>
              <a:rPr lang="en-GB" sz="1600" dirty="0" err="1"/>
              <a:t>čime</a:t>
            </a:r>
            <a:r>
              <a:rPr lang="en-GB" sz="1600" dirty="0"/>
              <a:t> </a:t>
            </a:r>
            <a:r>
              <a:rPr lang="en-GB" sz="1600" dirty="0" err="1"/>
              <a:t>olakšavaju</a:t>
            </a:r>
            <a:r>
              <a:rPr lang="en-GB" sz="1600" dirty="0"/>
              <a:t> </a:t>
            </a:r>
            <a:r>
              <a:rPr lang="en-GB" sz="1600" dirty="0" err="1"/>
              <a:t>pristup</a:t>
            </a:r>
            <a:r>
              <a:rPr lang="en-GB" sz="1600" dirty="0"/>
              <a:t> </a:t>
            </a:r>
            <a:r>
              <a:rPr lang="en-GB" sz="1600" dirty="0" err="1"/>
              <a:t>znanju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informacijama</a:t>
            </a:r>
            <a:r>
              <a:rPr lang="en-GB" sz="1600" dirty="0"/>
              <a:t>. </a:t>
            </a:r>
            <a:r>
              <a:rPr lang="en-GB" sz="1600" dirty="0" err="1"/>
              <a:t>Razvoj</a:t>
            </a:r>
            <a:r>
              <a:rPr lang="en-GB" sz="1600" dirty="0"/>
              <a:t> </a:t>
            </a:r>
            <a:r>
              <a:rPr lang="en-GB" sz="1600" dirty="0" err="1"/>
              <a:t>različitih</a:t>
            </a:r>
            <a:r>
              <a:rPr lang="en-GB" sz="1600" dirty="0"/>
              <a:t> </a:t>
            </a:r>
            <a:r>
              <a:rPr lang="en-GB" sz="1600" dirty="0" err="1"/>
              <a:t>modela</a:t>
            </a:r>
            <a:r>
              <a:rPr lang="en-GB" sz="1600" dirty="0"/>
              <a:t>, </a:t>
            </a:r>
            <a:r>
              <a:rPr lang="en-GB" sz="1600" dirty="0" err="1"/>
              <a:t>algoritama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metoda</a:t>
            </a:r>
            <a:r>
              <a:rPr lang="en-GB" sz="1600" dirty="0"/>
              <a:t> </a:t>
            </a:r>
            <a:r>
              <a:rPr lang="en-GB" sz="1600" dirty="0" err="1"/>
              <a:t>evaluacije</a:t>
            </a:r>
            <a:r>
              <a:rPr lang="en-GB" sz="1600" dirty="0"/>
              <a:t> </a:t>
            </a:r>
            <a:r>
              <a:rPr lang="en-GB" sz="1600" dirty="0" err="1"/>
              <a:t>doprinosi</a:t>
            </a:r>
            <a:r>
              <a:rPr lang="en-GB" sz="1600" dirty="0"/>
              <a:t> </a:t>
            </a:r>
            <a:r>
              <a:rPr lang="en-GB" sz="1600" dirty="0" err="1"/>
              <a:t>stalnom</a:t>
            </a:r>
            <a:r>
              <a:rPr lang="en-GB" sz="1600" dirty="0"/>
              <a:t> </a:t>
            </a:r>
            <a:r>
              <a:rPr lang="en-GB" sz="1600" dirty="0" err="1"/>
              <a:t>unapređenju</a:t>
            </a:r>
            <a:r>
              <a:rPr lang="en-GB" sz="1600" dirty="0"/>
              <a:t> </a:t>
            </a:r>
            <a:r>
              <a:rPr lang="en-GB" sz="1600" dirty="0" err="1"/>
              <a:t>kvaliteta</a:t>
            </a:r>
            <a:r>
              <a:rPr lang="en-GB" sz="1600" dirty="0"/>
              <a:t> </a:t>
            </a:r>
            <a:r>
              <a:rPr lang="en-GB" sz="1600" dirty="0" err="1"/>
              <a:t>pretrage</a:t>
            </a:r>
            <a:r>
              <a:rPr lang="en-GB" sz="1600" dirty="0"/>
              <a:t>, </a:t>
            </a:r>
            <a:r>
              <a:rPr lang="en-GB" sz="1600" dirty="0" err="1"/>
              <a:t>što</a:t>
            </a:r>
            <a:r>
              <a:rPr lang="en-GB" sz="1600" dirty="0"/>
              <a:t> IR </a:t>
            </a:r>
            <a:r>
              <a:rPr lang="en-GB" sz="1600" dirty="0" err="1"/>
              <a:t>čini</a:t>
            </a:r>
            <a:r>
              <a:rPr lang="en-GB" sz="1600" dirty="0"/>
              <a:t> </a:t>
            </a:r>
            <a:r>
              <a:rPr lang="en-GB" sz="1600" dirty="0" err="1"/>
              <a:t>neophodnim</a:t>
            </a:r>
            <a:r>
              <a:rPr lang="en-GB" sz="1600" dirty="0"/>
              <a:t> </a:t>
            </a:r>
            <a:r>
              <a:rPr lang="en-GB" sz="1600" dirty="0" err="1"/>
              <a:t>delom</a:t>
            </a:r>
            <a:r>
              <a:rPr lang="en-GB" sz="1600" dirty="0"/>
              <a:t> </a:t>
            </a:r>
            <a:r>
              <a:rPr lang="en-GB" sz="1600" dirty="0" err="1"/>
              <a:t>modernih</a:t>
            </a:r>
            <a:r>
              <a:rPr lang="en-GB" sz="1600" dirty="0"/>
              <a:t> </a:t>
            </a:r>
            <a:r>
              <a:rPr lang="en-GB" sz="1600" dirty="0" err="1"/>
              <a:t>informacionih</a:t>
            </a:r>
            <a:r>
              <a:rPr lang="en-GB" sz="1600" dirty="0"/>
              <a:t> </a:t>
            </a:r>
            <a:r>
              <a:rPr lang="en-GB" sz="1600" dirty="0" err="1"/>
              <a:t>sistema</a:t>
            </a:r>
            <a:r>
              <a:rPr lang="en-GB" sz="1600" dirty="0"/>
              <a:t>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150488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9"/>
          <p:cNvSpPr txBox="1">
            <a:spLocks noGrp="1"/>
          </p:cNvSpPr>
          <p:nvPr>
            <p:ph type="title"/>
          </p:nvPr>
        </p:nvSpPr>
        <p:spPr>
          <a:xfrm>
            <a:off x="595335" y="1476231"/>
            <a:ext cx="7704000" cy="1161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4000" dirty="0"/>
              <a:t>HVALA NA PAŽNJI!</a:t>
            </a:r>
            <a:endParaRPr sz="4000" dirty="0"/>
          </a:p>
        </p:txBody>
      </p:sp>
      <p:sp>
        <p:nvSpPr>
          <p:cNvPr id="2062" name="Google Shape;2062;p49"/>
          <p:cNvSpPr/>
          <p:nvPr/>
        </p:nvSpPr>
        <p:spPr>
          <a:xfrm>
            <a:off x="4920424" y="3608573"/>
            <a:ext cx="747351" cy="560822"/>
          </a:xfrm>
          <a:custGeom>
            <a:avLst/>
            <a:gdLst/>
            <a:ahLst/>
            <a:cxnLst/>
            <a:rect l="l" t="t" r="r" b="b"/>
            <a:pathLst>
              <a:path w="23253" h="17448" extrusionOk="0">
                <a:moveTo>
                  <a:pt x="22159" y="517"/>
                </a:moveTo>
                <a:cubicBezTo>
                  <a:pt x="22493" y="517"/>
                  <a:pt x="22766" y="760"/>
                  <a:pt x="22766" y="1125"/>
                </a:cubicBezTo>
                <a:lnTo>
                  <a:pt x="22766" y="1520"/>
                </a:lnTo>
                <a:lnTo>
                  <a:pt x="456" y="1520"/>
                </a:lnTo>
                <a:lnTo>
                  <a:pt x="456" y="1125"/>
                </a:lnTo>
                <a:cubicBezTo>
                  <a:pt x="456" y="760"/>
                  <a:pt x="730" y="517"/>
                  <a:pt x="1064" y="517"/>
                </a:cubicBezTo>
                <a:close/>
                <a:moveTo>
                  <a:pt x="22766" y="12888"/>
                </a:moveTo>
                <a:lnTo>
                  <a:pt x="22766" y="13314"/>
                </a:lnTo>
                <a:cubicBezTo>
                  <a:pt x="22766" y="13648"/>
                  <a:pt x="22493" y="13922"/>
                  <a:pt x="22159" y="13922"/>
                </a:cubicBezTo>
                <a:lnTo>
                  <a:pt x="1064" y="13922"/>
                </a:lnTo>
                <a:cubicBezTo>
                  <a:pt x="730" y="13922"/>
                  <a:pt x="456" y="13648"/>
                  <a:pt x="456" y="13314"/>
                </a:cubicBezTo>
                <a:lnTo>
                  <a:pt x="456" y="12888"/>
                </a:lnTo>
                <a:close/>
                <a:moveTo>
                  <a:pt x="12310" y="14408"/>
                </a:moveTo>
                <a:lnTo>
                  <a:pt x="12310" y="15016"/>
                </a:lnTo>
                <a:cubicBezTo>
                  <a:pt x="12310" y="15411"/>
                  <a:pt x="12584" y="15746"/>
                  <a:pt x="12949" y="15897"/>
                </a:cubicBezTo>
                <a:lnTo>
                  <a:pt x="17630" y="16992"/>
                </a:lnTo>
                <a:lnTo>
                  <a:pt x="5593" y="16992"/>
                </a:lnTo>
                <a:lnTo>
                  <a:pt x="10304" y="15867"/>
                </a:lnTo>
                <a:cubicBezTo>
                  <a:pt x="10639" y="15746"/>
                  <a:pt x="10912" y="15411"/>
                  <a:pt x="10912" y="15016"/>
                </a:cubicBezTo>
                <a:lnTo>
                  <a:pt x="10912" y="14408"/>
                </a:lnTo>
                <a:close/>
                <a:moveTo>
                  <a:pt x="1094" y="1"/>
                </a:moveTo>
                <a:cubicBezTo>
                  <a:pt x="486" y="1"/>
                  <a:pt x="0" y="517"/>
                  <a:pt x="0" y="1125"/>
                </a:cubicBezTo>
                <a:lnTo>
                  <a:pt x="0" y="1794"/>
                </a:lnTo>
                <a:lnTo>
                  <a:pt x="0" y="12676"/>
                </a:lnTo>
                <a:lnTo>
                  <a:pt x="0" y="13344"/>
                </a:lnTo>
                <a:cubicBezTo>
                  <a:pt x="0" y="13952"/>
                  <a:pt x="486" y="14438"/>
                  <a:pt x="1094" y="14438"/>
                </a:cubicBezTo>
                <a:lnTo>
                  <a:pt x="10456" y="14438"/>
                </a:lnTo>
                <a:lnTo>
                  <a:pt x="10456" y="15046"/>
                </a:lnTo>
                <a:cubicBezTo>
                  <a:pt x="10456" y="15259"/>
                  <a:pt x="10335" y="15411"/>
                  <a:pt x="10183" y="15442"/>
                </a:cubicBezTo>
                <a:lnTo>
                  <a:pt x="5471" y="16566"/>
                </a:lnTo>
                <a:cubicBezTo>
                  <a:pt x="5289" y="16627"/>
                  <a:pt x="5137" y="16840"/>
                  <a:pt x="5167" y="17083"/>
                </a:cubicBezTo>
                <a:cubicBezTo>
                  <a:pt x="5198" y="17296"/>
                  <a:pt x="5411" y="17448"/>
                  <a:pt x="5623" y="17448"/>
                </a:cubicBezTo>
                <a:lnTo>
                  <a:pt x="17660" y="17448"/>
                </a:lnTo>
                <a:cubicBezTo>
                  <a:pt x="17903" y="17448"/>
                  <a:pt x="18086" y="17296"/>
                  <a:pt x="18116" y="17083"/>
                </a:cubicBezTo>
                <a:cubicBezTo>
                  <a:pt x="18177" y="16840"/>
                  <a:pt x="18025" y="16657"/>
                  <a:pt x="17782" y="16566"/>
                </a:cubicBezTo>
                <a:lnTo>
                  <a:pt x="13101" y="15442"/>
                </a:lnTo>
                <a:cubicBezTo>
                  <a:pt x="12918" y="15411"/>
                  <a:pt x="12797" y="15259"/>
                  <a:pt x="12797" y="15046"/>
                </a:cubicBezTo>
                <a:lnTo>
                  <a:pt x="12797" y="14438"/>
                </a:lnTo>
                <a:lnTo>
                  <a:pt x="22159" y="14438"/>
                </a:lnTo>
                <a:cubicBezTo>
                  <a:pt x="22766" y="14438"/>
                  <a:pt x="23253" y="13952"/>
                  <a:pt x="23253" y="13344"/>
                </a:cubicBezTo>
                <a:lnTo>
                  <a:pt x="23253" y="12676"/>
                </a:lnTo>
                <a:lnTo>
                  <a:pt x="23253" y="1794"/>
                </a:lnTo>
                <a:lnTo>
                  <a:pt x="23253" y="1125"/>
                </a:lnTo>
                <a:cubicBezTo>
                  <a:pt x="23253" y="548"/>
                  <a:pt x="22766" y="61"/>
                  <a:pt x="221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3" name="Google Shape;2063;p49"/>
          <p:cNvGrpSpPr/>
          <p:nvPr/>
        </p:nvGrpSpPr>
        <p:grpSpPr>
          <a:xfrm>
            <a:off x="1364863" y="3538727"/>
            <a:ext cx="383977" cy="700514"/>
            <a:chOff x="3916750" y="3377150"/>
            <a:chExt cx="298675" cy="544850"/>
          </a:xfrm>
        </p:grpSpPr>
        <p:sp>
          <p:nvSpPr>
            <p:cNvPr id="2064" name="Google Shape;2064;p49"/>
            <p:cNvSpPr/>
            <p:nvPr/>
          </p:nvSpPr>
          <p:spPr>
            <a:xfrm>
              <a:off x="3916750" y="3377150"/>
              <a:ext cx="298675" cy="544850"/>
            </a:xfrm>
            <a:custGeom>
              <a:avLst/>
              <a:gdLst/>
              <a:ahLst/>
              <a:cxnLst/>
              <a:rect l="l" t="t" r="r" b="b"/>
              <a:pathLst>
                <a:path w="11947" h="21794" extrusionOk="0">
                  <a:moveTo>
                    <a:pt x="10913" y="456"/>
                  </a:moveTo>
                  <a:cubicBezTo>
                    <a:pt x="11217" y="456"/>
                    <a:pt x="11490" y="699"/>
                    <a:pt x="11521" y="973"/>
                  </a:cubicBezTo>
                  <a:lnTo>
                    <a:pt x="11521" y="2128"/>
                  </a:lnTo>
                  <a:lnTo>
                    <a:pt x="548" y="2128"/>
                  </a:lnTo>
                  <a:lnTo>
                    <a:pt x="548" y="973"/>
                  </a:lnTo>
                  <a:cubicBezTo>
                    <a:pt x="548" y="669"/>
                    <a:pt x="761" y="456"/>
                    <a:pt x="1065" y="456"/>
                  </a:cubicBezTo>
                  <a:close/>
                  <a:moveTo>
                    <a:pt x="11399" y="17964"/>
                  </a:moveTo>
                  <a:lnTo>
                    <a:pt x="11399" y="20760"/>
                  </a:lnTo>
                  <a:cubicBezTo>
                    <a:pt x="11399" y="21064"/>
                    <a:pt x="11186" y="21308"/>
                    <a:pt x="10882" y="21308"/>
                  </a:cubicBezTo>
                  <a:lnTo>
                    <a:pt x="1034" y="21308"/>
                  </a:lnTo>
                  <a:cubicBezTo>
                    <a:pt x="730" y="21308"/>
                    <a:pt x="487" y="21064"/>
                    <a:pt x="487" y="20760"/>
                  </a:cubicBezTo>
                  <a:lnTo>
                    <a:pt x="487" y="17964"/>
                  </a:lnTo>
                  <a:close/>
                  <a:moveTo>
                    <a:pt x="1034" y="0"/>
                  </a:moveTo>
                  <a:cubicBezTo>
                    <a:pt x="457" y="0"/>
                    <a:pt x="1" y="426"/>
                    <a:pt x="1" y="1003"/>
                  </a:cubicBezTo>
                  <a:lnTo>
                    <a:pt x="1" y="2402"/>
                  </a:lnTo>
                  <a:lnTo>
                    <a:pt x="1" y="17721"/>
                  </a:lnTo>
                  <a:lnTo>
                    <a:pt x="1" y="20760"/>
                  </a:lnTo>
                  <a:cubicBezTo>
                    <a:pt x="1" y="21338"/>
                    <a:pt x="457" y="21794"/>
                    <a:pt x="1034" y="21794"/>
                  </a:cubicBezTo>
                  <a:lnTo>
                    <a:pt x="10913" y="21794"/>
                  </a:lnTo>
                  <a:cubicBezTo>
                    <a:pt x="11490" y="21794"/>
                    <a:pt x="11946" y="21338"/>
                    <a:pt x="11946" y="20760"/>
                  </a:cubicBezTo>
                  <a:lnTo>
                    <a:pt x="11946" y="17721"/>
                  </a:lnTo>
                  <a:lnTo>
                    <a:pt x="11946" y="2402"/>
                  </a:lnTo>
                  <a:lnTo>
                    <a:pt x="11946" y="1003"/>
                  </a:lnTo>
                  <a:cubicBezTo>
                    <a:pt x="11946" y="426"/>
                    <a:pt x="11490" y="0"/>
                    <a:pt x="10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9"/>
            <p:cNvSpPr/>
            <p:nvPr/>
          </p:nvSpPr>
          <p:spPr>
            <a:xfrm>
              <a:off x="4036825" y="3838400"/>
              <a:ext cx="60800" cy="60800"/>
            </a:xfrm>
            <a:custGeom>
              <a:avLst/>
              <a:gdLst/>
              <a:ahLst/>
              <a:cxnLst/>
              <a:rect l="l" t="t" r="r" b="b"/>
              <a:pathLst>
                <a:path w="2432" h="2432" extrusionOk="0">
                  <a:moveTo>
                    <a:pt x="1155" y="426"/>
                  </a:moveTo>
                  <a:cubicBezTo>
                    <a:pt x="1277" y="426"/>
                    <a:pt x="1398" y="456"/>
                    <a:pt x="1459" y="487"/>
                  </a:cubicBezTo>
                  <a:cubicBezTo>
                    <a:pt x="1733" y="608"/>
                    <a:pt x="1915" y="882"/>
                    <a:pt x="1915" y="1186"/>
                  </a:cubicBezTo>
                  <a:cubicBezTo>
                    <a:pt x="1915" y="1490"/>
                    <a:pt x="1733" y="1733"/>
                    <a:pt x="1459" y="1854"/>
                  </a:cubicBezTo>
                  <a:cubicBezTo>
                    <a:pt x="1368" y="1885"/>
                    <a:pt x="1277" y="1946"/>
                    <a:pt x="1155" y="1946"/>
                  </a:cubicBezTo>
                  <a:cubicBezTo>
                    <a:pt x="791" y="1946"/>
                    <a:pt x="456" y="1642"/>
                    <a:pt x="456" y="1216"/>
                  </a:cubicBezTo>
                  <a:cubicBezTo>
                    <a:pt x="456" y="791"/>
                    <a:pt x="791" y="456"/>
                    <a:pt x="1155" y="426"/>
                  </a:cubicBezTo>
                  <a:close/>
                  <a:moveTo>
                    <a:pt x="1216" y="0"/>
                  </a:moveTo>
                  <a:cubicBezTo>
                    <a:pt x="517" y="0"/>
                    <a:pt x="0" y="547"/>
                    <a:pt x="0" y="1216"/>
                  </a:cubicBezTo>
                  <a:cubicBezTo>
                    <a:pt x="0" y="1854"/>
                    <a:pt x="517" y="2432"/>
                    <a:pt x="1216" y="2432"/>
                  </a:cubicBezTo>
                  <a:cubicBezTo>
                    <a:pt x="1885" y="2432"/>
                    <a:pt x="2432" y="1915"/>
                    <a:pt x="2432" y="1216"/>
                  </a:cubicBezTo>
                  <a:cubicBezTo>
                    <a:pt x="2432" y="547"/>
                    <a:pt x="1885" y="0"/>
                    <a:pt x="12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9"/>
            <p:cNvSpPr/>
            <p:nvPr/>
          </p:nvSpPr>
          <p:spPr>
            <a:xfrm>
              <a:off x="4010975" y="3406025"/>
              <a:ext cx="111725" cy="11425"/>
            </a:xfrm>
            <a:custGeom>
              <a:avLst/>
              <a:gdLst/>
              <a:ahLst/>
              <a:cxnLst/>
              <a:rect l="l" t="t" r="r" b="b"/>
              <a:pathLst>
                <a:path w="4469" h="457" extrusionOk="0">
                  <a:moveTo>
                    <a:pt x="214" y="0"/>
                  </a:moveTo>
                  <a:cubicBezTo>
                    <a:pt x="122" y="0"/>
                    <a:pt x="1" y="122"/>
                    <a:pt x="1" y="243"/>
                  </a:cubicBezTo>
                  <a:cubicBezTo>
                    <a:pt x="1" y="365"/>
                    <a:pt x="122" y="456"/>
                    <a:pt x="214" y="456"/>
                  </a:cubicBezTo>
                  <a:lnTo>
                    <a:pt x="4256" y="456"/>
                  </a:lnTo>
                  <a:cubicBezTo>
                    <a:pt x="4378" y="456"/>
                    <a:pt x="4469" y="365"/>
                    <a:pt x="4469" y="243"/>
                  </a:cubicBezTo>
                  <a:cubicBezTo>
                    <a:pt x="4469" y="122"/>
                    <a:pt x="4378" y="0"/>
                    <a:pt x="42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7" name="Google Shape;2067;p49"/>
          <p:cNvGrpSpPr/>
          <p:nvPr/>
        </p:nvGrpSpPr>
        <p:grpSpPr>
          <a:xfrm>
            <a:off x="7081587" y="2648333"/>
            <a:ext cx="467026" cy="464813"/>
            <a:chOff x="2906850" y="3458650"/>
            <a:chExt cx="363275" cy="361525"/>
          </a:xfrm>
        </p:grpSpPr>
        <p:sp>
          <p:nvSpPr>
            <p:cNvPr id="2068" name="Google Shape;2068;p49"/>
            <p:cNvSpPr/>
            <p:nvPr/>
          </p:nvSpPr>
          <p:spPr>
            <a:xfrm>
              <a:off x="2906850" y="3458650"/>
              <a:ext cx="363275" cy="361525"/>
            </a:xfrm>
            <a:custGeom>
              <a:avLst/>
              <a:gdLst/>
              <a:ahLst/>
              <a:cxnLst/>
              <a:rect l="l" t="t" r="r" b="b"/>
              <a:pathLst>
                <a:path w="14531" h="14461" extrusionOk="0">
                  <a:moveTo>
                    <a:pt x="5533" y="479"/>
                  </a:moveTo>
                  <a:lnTo>
                    <a:pt x="5837" y="1239"/>
                  </a:lnTo>
                  <a:cubicBezTo>
                    <a:pt x="5887" y="1440"/>
                    <a:pt x="6021" y="1558"/>
                    <a:pt x="6204" y="1558"/>
                  </a:cubicBezTo>
                  <a:cubicBezTo>
                    <a:pt x="6242" y="1558"/>
                    <a:pt x="6281" y="1553"/>
                    <a:pt x="6323" y="1543"/>
                  </a:cubicBezTo>
                  <a:cubicBezTo>
                    <a:pt x="6643" y="1484"/>
                    <a:pt x="6963" y="1457"/>
                    <a:pt x="7281" y="1457"/>
                  </a:cubicBezTo>
                  <a:cubicBezTo>
                    <a:pt x="7779" y="1457"/>
                    <a:pt x="8272" y="1523"/>
                    <a:pt x="8755" y="1634"/>
                  </a:cubicBezTo>
                  <a:cubicBezTo>
                    <a:pt x="8777" y="1637"/>
                    <a:pt x="8799" y="1639"/>
                    <a:pt x="8821" y="1639"/>
                  </a:cubicBezTo>
                  <a:cubicBezTo>
                    <a:pt x="9016" y="1639"/>
                    <a:pt x="9217" y="1524"/>
                    <a:pt x="9272" y="1360"/>
                  </a:cubicBezTo>
                  <a:lnTo>
                    <a:pt x="9576" y="631"/>
                  </a:lnTo>
                  <a:lnTo>
                    <a:pt x="10852" y="1178"/>
                  </a:lnTo>
                  <a:lnTo>
                    <a:pt x="10487" y="1938"/>
                  </a:lnTo>
                  <a:cubicBezTo>
                    <a:pt x="10396" y="2120"/>
                    <a:pt x="10457" y="2394"/>
                    <a:pt x="10639" y="2515"/>
                  </a:cubicBezTo>
                  <a:cubicBezTo>
                    <a:pt x="11308" y="3002"/>
                    <a:pt x="11855" y="3579"/>
                    <a:pt x="12281" y="4278"/>
                  </a:cubicBezTo>
                  <a:cubicBezTo>
                    <a:pt x="12350" y="4439"/>
                    <a:pt x="12506" y="4513"/>
                    <a:pt x="12670" y="4513"/>
                  </a:cubicBezTo>
                  <a:cubicBezTo>
                    <a:pt x="12723" y="4513"/>
                    <a:pt x="12776" y="4506"/>
                    <a:pt x="12828" y="4491"/>
                  </a:cubicBezTo>
                  <a:lnTo>
                    <a:pt x="13588" y="4187"/>
                  </a:lnTo>
                  <a:lnTo>
                    <a:pt x="14074" y="5433"/>
                  </a:lnTo>
                  <a:lnTo>
                    <a:pt x="13314" y="5737"/>
                  </a:lnTo>
                  <a:cubicBezTo>
                    <a:pt x="13071" y="5798"/>
                    <a:pt x="12980" y="6011"/>
                    <a:pt x="13010" y="6224"/>
                  </a:cubicBezTo>
                  <a:cubicBezTo>
                    <a:pt x="13162" y="7075"/>
                    <a:pt x="13132" y="7865"/>
                    <a:pt x="12919" y="8655"/>
                  </a:cubicBezTo>
                  <a:cubicBezTo>
                    <a:pt x="12889" y="8898"/>
                    <a:pt x="13010" y="9111"/>
                    <a:pt x="13193" y="9202"/>
                  </a:cubicBezTo>
                  <a:lnTo>
                    <a:pt x="13922" y="9506"/>
                  </a:lnTo>
                  <a:lnTo>
                    <a:pt x="13375" y="10753"/>
                  </a:lnTo>
                  <a:lnTo>
                    <a:pt x="12615" y="10418"/>
                  </a:lnTo>
                  <a:cubicBezTo>
                    <a:pt x="12552" y="10377"/>
                    <a:pt x="12479" y="10356"/>
                    <a:pt x="12406" y="10356"/>
                  </a:cubicBezTo>
                  <a:cubicBezTo>
                    <a:pt x="12266" y="10356"/>
                    <a:pt x="12128" y="10430"/>
                    <a:pt x="12068" y="10570"/>
                  </a:cubicBezTo>
                  <a:cubicBezTo>
                    <a:pt x="11551" y="11209"/>
                    <a:pt x="11004" y="11786"/>
                    <a:pt x="10275" y="12181"/>
                  </a:cubicBezTo>
                  <a:cubicBezTo>
                    <a:pt x="10092" y="12272"/>
                    <a:pt x="10001" y="12546"/>
                    <a:pt x="10092" y="12728"/>
                  </a:cubicBezTo>
                  <a:lnTo>
                    <a:pt x="10396" y="13488"/>
                  </a:lnTo>
                  <a:lnTo>
                    <a:pt x="9120" y="13975"/>
                  </a:lnTo>
                  <a:lnTo>
                    <a:pt x="8816" y="13215"/>
                  </a:lnTo>
                  <a:cubicBezTo>
                    <a:pt x="8761" y="13024"/>
                    <a:pt x="8608" y="12906"/>
                    <a:pt x="8402" y="12906"/>
                  </a:cubicBezTo>
                  <a:cubicBezTo>
                    <a:pt x="8378" y="12906"/>
                    <a:pt x="8354" y="12908"/>
                    <a:pt x="8329" y="12911"/>
                  </a:cubicBezTo>
                  <a:cubicBezTo>
                    <a:pt x="7975" y="12976"/>
                    <a:pt x="7620" y="13008"/>
                    <a:pt x="7268" y="13008"/>
                  </a:cubicBezTo>
                  <a:cubicBezTo>
                    <a:pt x="6805" y="13008"/>
                    <a:pt x="6346" y="12953"/>
                    <a:pt x="5898" y="12850"/>
                  </a:cubicBezTo>
                  <a:cubicBezTo>
                    <a:pt x="5860" y="12839"/>
                    <a:pt x="5821" y="12834"/>
                    <a:pt x="5783" y="12834"/>
                  </a:cubicBezTo>
                  <a:cubicBezTo>
                    <a:pt x="5604" y="12834"/>
                    <a:pt x="5431" y="12943"/>
                    <a:pt x="5381" y="13093"/>
                  </a:cubicBezTo>
                  <a:lnTo>
                    <a:pt x="5077" y="13823"/>
                  </a:lnTo>
                  <a:lnTo>
                    <a:pt x="3800" y="13306"/>
                  </a:lnTo>
                  <a:lnTo>
                    <a:pt x="4165" y="12546"/>
                  </a:lnTo>
                  <a:cubicBezTo>
                    <a:pt x="4256" y="12333"/>
                    <a:pt x="4195" y="12090"/>
                    <a:pt x="4013" y="11968"/>
                  </a:cubicBezTo>
                  <a:cubicBezTo>
                    <a:pt x="3344" y="11482"/>
                    <a:pt x="2797" y="10905"/>
                    <a:pt x="2372" y="10175"/>
                  </a:cubicBezTo>
                  <a:cubicBezTo>
                    <a:pt x="2341" y="10054"/>
                    <a:pt x="2189" y="9993"/>
                    <a:pt x="2068" y="9962"/>
                  </a:cubicBezTo>
                  <a:cubicBezTo>
                    <a:pt x="1977" y="9962"/>
                    <a:pt x="1916" y="9962"/>
                    <a:pt x="1825" y="9993"/>
                  </a:cubicBezTo>
                  <a:lnTo>
                    <a:pt x="1065" y="10297"/>
                  </a:lnTo>
                  <a:lnTo>
                    <a:pt x="578" y="9050"/>
                  </a:lnTo>
                  <a:lnTo>
                    <a:pt x="1338" y="8747"/>
                  </a:lnTo>
                  <a:cubicBezTo>
                    <a:pt x="1581" y="8655"/>
                    <a:pt x="1673" y="8473"/>
                    <a:pt x="1642" y="8230"/>
                  </a:cubicBezTo>
                  <a:cubicBezTo>
                    <a:pt x="1490" y="7409"/>
                    <a:pt x="1521" y="6619"/>
                    <a:pt x="1733" y="5798"/>
                  </a:cubicBezTo>
                  <a:cubicBezTo>
                    <a:pt x="1764" y="5585"/>
                    <a:pt x="1642" y="5342"/>
                    <a:pt x="1460" y="5281"/>
                  </a:cubicBezTo>
                  <a:lnTo>
                    <a:pt x="730" y="4977"/>
                  </a:lnTo>
                  <a:lnTo>
                    <a:pt x="1277" y="3731"/>
                  </a:lnTo>
                  <a:lnTo>
                    <a:pt x="2037" y="4066"/>
                  </a:lnTo>
                  <a:cubicBezTo>
                    <a:pt x="2093" y="4084"/>
                    <a:pt x="2156" y="4094"/>
                    <a:pt x="2221" y="4094"/>
                  </a:cubicBezTo>
                  <a:cubicBezTo>
                    <a:pt x="2369" y="4094"/>
                    <a:pt x="2521" y="4041"/>
                    <a:pt x="2584" y="3914"/>
                  </a:cubicBezTo>
                  <a:cubicBezTo>
                    <a:pt x="3101" y="3275"/>
                    <a:pt x="3648" y="2698"/>
                    <a:pt x="4378" y="2272"/>
                  </a:cubicBezTo>
                  <a:cubicBezTo>
                    <a:pt x="4560" y="2211"/>
                    <a:pt x="4651" y="1938"/>
                    <a:pt x="4560" y="1756"/>
                  </a:cubicBezTo>
                  <a:lnTo>
                    <a:pt x="4256" y="996"/>
                  </a:lnTo>
                  <a:lnTo>
                    <a:pt x="5533" y="479"/>
                  </a:lnTo>
                  <a:close/>
                  <a:moveTo>
                    <a:pt x="5499" y="0"/>
                  </a:moveTo>
                  <a:cubicBezTo>
                    <a:pt x="5442" y="0"/>
                    <a:pt x="5381" y="8"/>
                    <a:pt x="5320" y="23"/>
                  </a:cubicBezTo>
                  <a:lnTo>
                    <a:pt x="4043" y="540"/>
                  </a:lnTo>
                  <a:cubicBezTo>
                    <a:pt x="3800" y="600"/>
                    <a:pt x="3679" y="874"/>
                    <a:pt x="3770" y="1087"/>
                  </a:cubicBezTo>
                  <a:lnTo>
                    <a:pt x="4074" y="1847"/>
                  </a:lnTo>
                  <a:cubicBezTo>
                    <a:pt x="3314" y="2303"/>
                    <a:pt x="2676" y="2911"/>
                    <a:pt x="2159" y="3640"/>
                  </a:cubicBezTo>
                  <a:lnTo>
                    <a:pt x="1399" y="3306"/>
                  </a:lnTo>
                  <a:cubicBezTo>
                    <a:pt x="1353" y="3275"/>
                    <a:pt x="1300" y="3260"/>
                    <a:pt x="1243" y="3260"/>
                  </a:cubicBezTo>
                  <a:cubicBezTo>
                    <a:pt x="1186" y="3260"/>
                    <a:pt x="1126" y="3275"/>
                    <a:pt x="1065" y="3306"/>
                  </a:cubicBezTo>
                  <a:cubicBezTo>
                    <a:pt x="943" y="3336"/>
                    <a:pt x="852" y="3427"/>
                    <a:pt x="791" y="3518"/>
                  </a:cubicBezTo>
                  <a:lnTo>
                    <a:pt x="244" y="4795"/>
                  </a:lnTo>
                  <a:cubicBezTo>
                    <a:pt x="122" y="5008"/>
                    <a:pt x="244" y="5281"/>
                    <a:pt x="457" y="5403"/>
                  </a:cubicBezTo>
                  <a:lnTo>
                    <a:pt x="1186" y="5737"/>
                  </a:lnTo>
                  <a:cubicBezTo>
                    <a:pt x="943" y="6558"/>
                    <a:pt x="943" y="7439"/>
                    <a:pt x="1095" y="8321"/>
                  </a:cubicBezTo>
                  <a:lnTo>
                    <a:pt x="335" y="8625"/>
                  </a:lnTo>
                  <a:cubicBezTo>
                    <a:pt x="122" y="8686"/>
                    <a:pt x="1" y="8959"/>
                    <a:pt x="92" y="9202"/>
                  </a:cubicBezTo>
                  <a:lnTo>
                    <a:pt x="578" y="10479"/>
                  </a:lnTo>
                  <a:cubicBezTo>
                    <a:pt x="627" y="10674"/>
                    <a:pt x="812" y="10771"/>
                    <a:pt x="1008" y="10771"/>
                  </a:cubicBezTo>
                  <a:cubicBezTo>
                    <a:pt x="1057" y="10771"/>
                    <a:pt x="1107" y="10765"/>
                    <a:pt x="1156" y="10753"/>
                  </a:cubicBezTo>
                  <a:lnTo>
                    <a:pt x="1916" y="10449"/>
                  </a:lnTo>
                  <a:cubicBezTo>
                    <a:pt x="2372" y="11209"/>
                    <a:pt x="2980" y="11847"/>
                    <a:pt x="3679" y="12333"/>
                  </a:cubicBezTo>
                  <a:lnTo>
                    <a:pt x="3344" y="13093"/>
                  </a:lnTo>
                  <a:cubicBezTo>
                    <a:pt x="3253" y="13336"/>
                    <a:pt x="3344" y="13610"/>
                    <a:pt x="3588" y="13701"/>
                  </a:cubicBezTo>
                  <a:lnTo>
                    <a:pt x="4834" y="14279"/>
                  </a:lnTo>
                  <a:cubicBezTo>
                    <a:pt x="4864" y="14309"/>
                    <a:pt x="4925" y="14309"/>
                    <a:pt x="4955" y="14309"/>
                  </a:cubicBezTo>
                  <a:cubicBezTo>
                    <a:pt x="5016" y="14309"/>
                    <a:pt x="5107" y="14309"/>
                    <a:pt x="5168" y="14279"/>
                  </a:cubicBezTo>
                  <a:cubicBezTo>
                    <a:pt x="5290" y="14248"/>
                    <a:pt x="5411" y="14157"/>
                    <a:pt x="5442" y="14066"/>
                  </a:cubicBezTo>
                  <a:lnTo>
                    <a:pt x="5776" y="13336"/>
                  </a:lnTo>
                  <a:cubicBezTo>
                    <a:pt x="6237" y="13452"/>
                    <a:pt x="6707" y="13504"/>
                    <a:pt x="7177" y="13504"/>
                  </a:cubicBezTo>
                  <a:cubicBezTo>
                    <a:pt x="7574" y="13504"/>
                    <a:pt x="7970" y="13467"/>
                    <a:pt x="8360" y="13397"/>
                  </a:cubicBezTo>
                  <a:lnTo>
                    <a:pt x="8664" y="14157"/>
                  </a:lnTo>
                  <a:cubicBezTo>
                    <a:pt x="8734" y="14345"/>
                    <a:pt x="8914" y="14461"/>
                    <a:pt x="9091" y="14461"/>
                  </a:cubicBezTo>
                  <a:cubicBezTo>
                    <a:pt x="9142" y="14461"/>
                    <a:pt x="9193" y="14451"/>
                    <a:pt x="9241" y="14430"/>
                  </a:cubicBezTo>
                  <a:lnTo>
                    <a:pt x="10548" y="13944"/>
                  </a:lnTo>
                  <a:cubicBezTo>
                    <a:pt x="10761" y="13853"/>
                    <a:pt x="10883" y="13610"/>
                    <a:pt x="10791" y="13367"/>
                  </a:cubicBezTo>
                  <a:lnTo>
                    <a:pt x="10487" y="12607"/>
                  </a:lnTo>
                  <a:cubicBezTo>
                    <a:pt x="11247" y="12151"/>
                    <a:pt x="11886" y="11543"/>
                    <a:pt x="12402" y="10813"/>
                  </a:cubicBezTo>
                  <a:lnTo>
                    <a:pt x="13162" y="11178"/>
                  </a:lnTo>
                  <a:cubicBezTo>
                    <a:pt x="13217" y="11201"/>
                    <a:pt x="13275" y="11213"/>
                    <a:pt x="13334" y="11213"/>
                  </a:cubicBezTo>
                  <a:cubicBezTo>
                    <a:pt x="13505" y="11213"/>
                    <a:pt x="13680" y="11116"/>
                    <a:pt x="13770" y="10935"/>
                  </a:cubicBezTo>
                  <a:lnTo>
                    <a:pt x="14348" y="9689"/>
                  </a:lnTo>
                  <a:cubicBezTo>
                    <a:pt x="14378" y="9567"/>
                    <a:pt x="14378" y="9446"/>
                    <a:pt x="14348" y="9324"/>
                  </a:cubicBezTo>
                  <a:cubicBezTo>
                    <a:pt x="14287" y="9233"/>
                    <a:pt x="14226" y="9142"/>
                    <a:pt x="14104" y="9081"/>
                  </a:cubicBezTo>
                  <a:lnTo>
                    <a:pt x="13375" y="8716"/>
                  </a:lnTo>
                  <a:cubicBezTo>
                    <a:pt x="13618" y="7895"/>
                    <a:pt x="13618" y="7014"/>
                    <a:pt x="13466" y="6132"/>
                  </a:cubicBezTo>
                  <a:lnTo>
                    <a:pt x="14226" y="5829"/>
                  </a:lnTo>
                  <a:cubicBezTo>
                    <a:pt x="14348" y="5798"/>
                    <a:pt x="14439" y="5737"/>
                    <a:pt x="14500" y="5616"/>
                  </a:cubicBezTo>
                  <a:cubicBezTo>
                    <a:pt x="14530" y="5494"/>
                    <a:pt x="14530" y="5373"/>
                    <a:pt x="14500" y="5281"/>
                  </a:cubicBezTo>
                  <a:lnTo>
                    <a:pt x="13983" y="3974"/>
                  </a:lnTo>
                  <a:cubicBezTo>
                    <a:pt x="13952" y="3853"/>
                    <a:pt x="13861" y="3762"/>
                    <a:pt x="13770" y="3701"/>
                  </a:cubicBezTo>
                  <a:cubicBezTo>
                    <a:pt x="13709" y="3686"/>
                    <a:pt x="13649" y="3678"/>
                    <a:pt x="13588" y="3678"/>
                  </a:cubicBezTo>
                  <a:cubicBezTo>
                    <a:pt x="13527" y="3678"/>
                    <a:pt x="13466" y="3686"/>
                    <a:pt x="13405" y="3701"/>
                  </a:cubicBezTo>
                  <a:lnTo>
                    <a:pt x="12645" y="4005"/>
                  </a:lnTo>
                  <a:cubicBezTo>
                    <a:pt x="12220" y="3245"/>
                    <a:pt x="11582" y="2607"/>
                    <a:pt x="10883" y="2120"/>
                  </a:cubicBezTo>
                  <a:lnTo>
                    <a:pt x="11217" y="1360"/>
                  </a:lnTo>
                  <a:cubicBezTo>
                    <a:pt x="11247" y="1239"/>
                    <a:pt x="11247" y="1117"/>
                    <a:pt x="11217" y="1026"/>
                  </a:cubicBezTo>
                  <a:cubicBezTo>
                    <a:pt x="11186" y="904"/>
                    <a:pt x="11095" y="783"/>
                    <a:pt x="10974" y="752"/>
                  </a:cubicBezTo>
                  <a:lnTo>
                    <a:pt x="9727" y="175"/>
                  </a:lnTo>
                  <a:cubicBezTo>
                    <a:pt x="9673" y="152"/>
                    <a:pt x="9615" y="140"/>
                    <a:pt x="9556" y="140"/>
                  </a:cubicBezTo>
                  <a:cubicBezTo>
                    <a:pt x="9385" y="140"/>
                    <a:pt x="9210" y="237"/>
                    <a:pt x="9120" y="418"/>
                  </a:cubicBezTo>
                  <a:lnTo>
                    <a:pt x="8785" y="1117"/>
                  </a:lnTo>
                  <a:cubicBezTo>
                    <a:pt x="8324" y="1002"/>
                    <a:pt x="7863" y="949"/>
                    <a:pt x="7397" y="949"/>
                  </a:cubicBezTo>
                  <a:cubicBezTo>
                    <a:pt x="7003" y="949"/>
                    <a:pt x="6605" y="987"/>
                    <a:pt x="6202" y="1056"/>
                  </a:cubicBezTo>
                  <a:lnTo>
                    <a:pt x="5898" y="297"/>
                  </a:lnTo>
                  <a:cubicBezTo>
                    <a:pt x="5867" y="175"/>
                    <a:pt x="5776" y="84"/>
                    <a:pt x="5654" y="23"/>
                  </a:cubicBezTo>
                  <a:cubicBezTo>
                    <a:pt x="5609" y="8"/>
                    <a:pt x="5556" y="0"/>
                    <a:pt x="54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9"/>
            <p:cNvSpPr/>
            <p:nvPr/>
          </p:nvSpPr>
          <p:spPr>
            <a:xfrm>
              <a:off x="3049725" y="3601625"/>
              <a:ext cx="77525" cy="74175"/>
            </a:xfrm>
            <a:custGeom>
              <a:avLst/>
              <a:gdLst/>
              <a:ahLst/>
              <a:cxnLst/>
              <a:rect l="l" t="t" r="r" b="b"/>
              <a:pathLst>
                <a:path w="3101" h="2967" extrusionOk="0">
                  <a:moveTo>
                    <a:pt x="1612" y="512"/>
                  </a:moveTo>
                  <a:cubicBezTo>
                    <a:pt x="1684" y="512"/>
                    <a:pt x="1755" y="519"/>
                    <a:pt x="1824" y="535"/>
                  </a:cubicBezTo>
                  <a:cubicBezTo>
                    <a:pt x="2158" y="657"/>
                    <a:pt x="2432" y="900"/>
                    <a:pt x="2553" y="1204"/>
                  </a:cubicBezTo>
                  <a:cubicBezTo>
                    <a:pt x="2705" y="1508"/>
                    <a:pt x="2614" y="1872"/>
                    <a:pt x="2432" y="2146"/>
                  </a:cubicBezTo>
                  <a:cubicBezTo>
                    <a:pt x="2212" y="2391"/>
                    <a:pt x="1893" y="2537"/>
                    <a:pt x="1586" y="2537"/>
                  </a:cubicBezTo>
                  <a:cubicBezTo>
                    <a:pt x="1512" y="2537"/>
                    <a:pt x="1439" y="2529"/>
                    <a:pt x="1368" y="2511"/>
                  </a:cubicBezTo>
                  <a:cubicBezTo>
                    <a:pt x="1034" y="2420"/>
                    <a:pt x="760" y="2176"/>
                    <a:pt x="639" y="1872"/>
                  </a:cubicBezTo>
                  <a:cubicBezTo>
                    <a:pt x="487" y="1569"/>
                    <a:pt x="578" y="1204"/>
                    <a:pt x="760" y="930"/>
                  </a:cubicBezTo>
                  <a:cubicBezTo>
                    <a:pt x="936" y="680"/>
                    <a:pt x="1277" y="512"/>
                    <a:pt x="1612" y="512"/>
                  </a:cubicBezTo>
                  <a:close/>
                  <a:moveTo>
                    <a:pt x="1555" y="1"/>
                  </a:moveTo>
                  <a:cubicBezTo>
                    <a:pt x="1099" y="1"/>
                    <a:pt x="628" y="219"/>
                    <a:pt x="365" y="626"/>
                  </a:cubicBezTo>
                  <a:cubicBezTo>
                    <a:pt x="61" y="991"/>
                    <a:pt x="0" y="1538"/>
                    <a:pt x="183" y="1994"/>
                  </a:cubicBezTo>
                  <a:cubicBezTo>
                    <a:pt x="213" y="2085"/>
                    <a:pt x="243" y="2176"/>
                    <a:pt x="304" y="2237"/>
                  </a:cubicBezTo>
                  <a:cubicBezTo>
                    <a:pt x="335" y="2237"/>
                    <a:pt x="335" y="2298"/>
                    <a:pt x="335" y="2298"/>
                  </a:cubicBezTo>
                  <a:cubicBezTo>
                    <a:pt x="395" y="2359"/>
                    <a:pt x="456" y="2450"/>
                    <a:pt x="517" y="2511"/>
                  </a:cubicBezTo>
                  <a:lnTo>
                    <a:pt x="547" y="2572"/>
                  </a:lnTo>
                  <a:cubicBezTo>
                    <a:pt x="639" y="2632"/>
                    <a:pt x="730" y="2724"/>
                    <a:pt x="791" y="2754"/>
                  </a:cubicBezTo>
                  <a:cubicBezTo>
                    <a:pt x="851" y="2815"/>
                    <a:pt x="943" y="2845"/>
                    <a:pt x="1064" y="2906"/>
                  </a:cubicBezTo>
                  <a:cubicBezTo>
                    <a:pt x="1095" y="2936"/>
                    <a:pt x="1186" y="2967"/>
                    <a:pt x="1246" y="2967"/>
                  </a:cubicBezTo>
                  <a:cubicBezTo>
                    <a:pt x="1277" y="2967"/>
                    <a:pt x="1338" y="2967"/>
                    <a:pt x="1277" y="2936"/>
                  </a:cubicBezTo>
                  <a:lnTo>
                    <a:pt x="1277" y="2936"/>
                  </a:lnTo>
                  <a:cubicBezTo>
                    <a:pt x="1341" y="2943"/>
                    <a:pt x="1406" y="2946"/>
                    <a:pt x="1470" y="2946"/>
                  </a:cubicBezTo>
                  <a:cubicBezTo>
                    <a:pt x="1980" y="2946"/>
                    <a:pt x="2466" y="2733"/>
                    <a:pt x="2736" y="2328"/>
                  </a:cubicBezTo>
                  <a:cubicBezTo>
                    <a:pt x="3040" y="1933"/>
                    <a:pt x="3101" y="1417"/>
                    <a:pt x="2918" y="961"/>
                  </a:cubicBezTo>
                  <a:cubicBezTo>
                    <a:pt x="2918" y="869"/>
                    <a:pt x="2888" y="839"/>
                    <a:pt x="2827" y="778"/>
                  </a:cubicBezTo>
                  <a:cubicBezTo>
                    <a:pt x="2797" y="717"/>
                    <a:pt x="2766" y="657"/>
                    <a:pt x="2736" y="626"/>
                  </a:cubicBezTo>
                  <a:cubicBezTo>
                    <a:pt x="2705" y="535"/>
                    <a:pt x="2645" y="505"/>
                    <a:pt x="2584" y="413"/>
                  </a:cubicBezTo>
                  <a:cubicBezTo>
                    <a:pt x="2523" y="383"/>
                    <a:pt x="2462" y="322"/>
                    <a:pt x="2371" y="262"/>
                  </a:cubicBezTo>
                  <a:cubicBezTo>
                    <a:pt x="2310" y="231"/>
                    <a:pt x="2280" y="201"/>
                    <a:pt x="2189" y="170"/>
                  </a:cubicBezTo>
                  <a:cubicBezTo>
                    <a:pt x="2189" y="110"/>
                    <a:pt x="2158" y="110"/>
                    <a:pt x="2158" y="110"/>
                  </a:cubicBezTo>
                  <a:cubicBezTo>
                    <a:pt x="2067" y="79"/>
                    <a:pt x="2006" y="49"/>
                    <a:pt x="1915" y="49"/>
                  </a:cubicBezTo>
                  <a:cubicBezTo>
                    <a:pt x="1799" y="17"/>
                    <a:pt x="1678" y="1"/>
                    <a:pt x="15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9"/>
            <p:cNvSpPr/>
            <p:nvPr/>
          </p:nvSpPr>
          <p:spPr>
            <a:xfrm>
              <a:off x="3024650" y="3527425"/>
              <a:ext cx="182400" cy="221325"/>
            </a:xfrm>
            <a:custGeom>
              <a:avLst/>
              <a:gdLst/>
              <a:ahLst/>
              <a:cxnLst/>
              <a:rect l="l" t="t" r="r" b="b"/>
              <a:pathLst>
                <a:path w="7296" h="8853" extrusionOk="0">
                  <a:moveTo>
                    <a:pt x="2584" y="0"/>
                  </a:moveTo>
                  <a:cubicBezTo>
                    <a:pt x="1697" y="0"/>
                    <a:pt x="839" y="267"/>
                    <a:pt x="122" y="767"/>
                  </a:cubicBezTo>
                  <a:cubicBezTo>
                    <a:pt x="0" y="859"/>
                    <a:pt x="0" y="1011"/>
                    <a:pt x="91" y="1102"/>
                  </a:cubicBezTo>
                  <a:cubicBezTo>
                    <a:pt x="127" y="1173"/>
                    <a:pt x="194" y="1203"/>
                    <a:pt x="268" y="1203"/>
                  </a:cubicBezTo>
                  <a:cubicBezTo>
                    <a:pt x="320" y="1203"/>
                    <a:pt x="375" y="1188"/>
                    <a:pt x="426" y="1163"/>
                  </a:cubicBezTo>
                  <a:cubicBezTo>
                    <a:pt x="547" y="1071"/>
                    <a:pt x="699" y="1011"/>
                    <a:pt x="790" y="919"/>
                  </a:cubicBezTo>
                  <a:cubicBezTo>
                    <a:pt x="851" y="919"/>
                    <a:pt x="882" y="889"/>
                    <a:pt x="882" y="889"/>
                  </a:cubicBezTo>
                  <a:cubicBezTo>
                    <a:pt x="1003" y="859"/>
                    <a:pt x="1094" y="767"/>
                    <a:pt x="1216" y="737"/>
                  </a:cubicBezTo>
                  <a:cubicBezTo>
                    <a:pt x="1246" y="737"/>
                    <a:pt x="1246" y="707"/>
                    <a:pt x="1307" y="707"/>
                  </a:cubicBezTo>
                  <a:cubicBezTo>
                    <a:pt x="1398" y="646"/>
                    <a:pt x="1550" y="615"/>
                    <a:pt x="1672" y="585"/>
                  </a:cubicBezTo>
                  <a:lnTo>
                    <a:pt x="1702" y="585"/>
                  </a:lnTo>
                  <a:cubicBezTo>
                    <a:pt x="1854" y="555"/>
                    <a:pt x="2006" y="494"/>
                    <a:pt x="2158" y="494"/>
                  </a:cubicBezTo>
                  <a:lnTo>
                    <a:pt x="2979" y="494"/>
                  </a:lnTo>
                  <a:cubicBezTo>
                    <a:pt x="3040" y="494"/>
                    <a:pt x="3070" y="494"/>
                    <a:pt x="3161" y="555"/>
                  </a:cubicBezTo>
                  <a:cubicBezTo>
                    <a:pt x="3283" y="585"/>
                    <a:pt x="3435" y="585"/>
                    <a:pt x="3526" y="615"/>
                  </a:cubicBezTo>
                  <a:cubicBezTo>
                    <a:pt x="4712" y="919"/>
                    <a:pt x="5715" y="1710"/>
                    <a:pt x="6201" y="2774"/>
                  </a:cubicBezTo>
                  <a:cubicBezTo>
                    <a:pt x="6778" y="3837"/>
                    <a:pt x="6778" y="5175"/>
                    <a:pt x="6201" y="6330"/>
                  </a:cubicBezTo>
                  <a:cubicBezTo>
                    <a:pt x="5654" y="7424"/>
                    <a:pt x="4681" y="8184"/>
                    <a:pt x="3526" y="8397"/>
                  </a:cubicBezTo>
                  <a:cubicBezTo>
                    <a:pt x="3496" y="8397"/>
                    <a:pt x="3465" y="8397"/>
                    <a:pt x="3465" y="8458"/>
                  </a:cubicBezTo>
                  <a:lnTo>
                    <a:pt x="3435" y="8488"/>
                  </a:lnTo>
                  <a:cubicBezTo>
                    <a:pt x="3374" y="8518"/>
                    <a:pt x="3374" y="8610"/>
                    <a:pt x="3374" y="8640"/>
                  </a:cubicBezTo>
                  <a:lnTo>
                    <a:pt x="3374" y="8670"/>
                  </a:lnTo>
                  <a:cubicBezTo>
                    <a:pt x="3374" y="8792"/>
                    <a:pt x="3496" y="8853"/>
                    <a:pt x="3587" y="8853"/>
                  </a:cubicBezTo>
                  <a:lnTo>
                    <a:pt x="3648" y="8853"/>
                  </a:lnTo>
                  <a:cubicBezTo>
                    <a:pt x="4955" y="8640"/>
                    <a:pt x="6049" y="7758"/>
                    <a:pt x="6657" y="6543"/>
                  </a:cubicBezTo>
                  <a:cubicBezTo>
                    <a:pt x="7295" y="5266"/>
                    <a:pt x="7295" y="3777"/>
                    <a:pt x="6657" y="2591"/>
                  </a:cubicBezTo>
                  <a:cubicBezTo>
                    <a:pt x="6049" y="1345"/>
                    <a:pt x="4985" y="464"/>
                    <a:pt x="3648" y="129"/>
                  </a:cubicBezTo>
                  <a:cubicBezTo>
                    <a:pt x="3293" y="43"/>
                    <a:pt x="2936" y="0"/>
                    <a:pt x="25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1" name="Google Shape;2071;p49"/>
          <p:cNvGrpSpPr/>
          <p:nvPr/>
        </p:nvGrpSpPr>
        <p:grpSpPr>
          <a:xfrm>
            <a:off x="2932126" y="3597339"/>
            <a:ext cx="805011" cy="583290"/>
            <a:chOff x="2047425" y="3561800"/>
            <a:chExt cx="626175" cy="453675"/>
          </a:xfrm>
        </p:grpSpPr>
        <p:sp>
          <p:nvSpPr>
            <p:cNvPr id="2072" name="Google Shape;2072;p49"/>
            <p:cNvSpPr/>
            <p:nvPr/>
          </p:nvSpPr>
          <p:spPr>
            <a:xfrm>
              <a:off x="2047425" y="3561800"/>
              <a:ext cx="626175" cy="453675"/>
            </a:xfrm>
            <a:custGeom>
              <a:avLst/>
              <a:gdLst/>
              <a:ahLst/>
              <a:cxnLst/>
              <a:rect l="l" t="t" r="r" b="b"/>
              <a:pathLst>
                <a:path w="25047" h="18147" extrusionOk="0">
                  <a:moveTo>
                    <a:pt x="18116" y="517"/>
                  </a:moveTo>
                  <a:cubicBezTo>
                    <a:pt x="18967" y="517"/>
                    <a:pt x="19606" y="1186"/>
                    <a:pt x="19606" y="1976"/>
                  </a:cubicBezTo>
                  <a:lnTo>
                    <a:pt x="19606" y="9970"/>
                  </a:lnTo>
                  <a:cubicBezTo>
                    <a:pt x="19606" y="10791"/>
                    <a:pt x="18937" y="11429"/>
                    <a:pt x="18116" y="11429"/>
                  </a:cubicBezTo>
                  <a:lnTo>
                    <a:pt x="15046" y="11429"/>
                  </a:lnTo>
                  <a:cubicBezTo>
                    <a:pt x="14925" y="11429"/>
                    <a:pt x="14864" y="11490"/>
                    <a:pt x="14833" y="11551"/>
                  </a:cubicBezTo>
                  <a:cubicBezTo>
                    <a:pt x="13952" y="13314"/>
                    <a:pt x="12706" y="13891"/>
                    <a:pt x="12159" y="14013"/>
                  </a:cubicBezTo>
                  <a:lnTo>
                    <a:pt x="12159" y="11672"/>
                  </a:lnTo>
                  <a:cubicBezTo>
                    <a:pt x="12159" y="11551"/>
                    <a:pt x="12037" y="11429"/>
                    <a:pt x="11946" y="11429"/>
                  </a:cubicBezTo>
                  <a:lnTo>
                    <a:pt x="1946" y="11429"/>
                  </a:lnTo>
                  <a:cubicBezTo>
                    <a:pt x="1095" y="11429"/>
                    <a:pt x="456" y="10760"/>
                    <a:pt x="456" y="9970"/>
                  </a:cubicBezTo>
                  <a:lnTo>
                    <a:pt x="456" y="1976"/>
                  </a:lnTo>
                  <a:cubicBezTo>
                    <a:pt x="456" y="1855"/>
                    <a:pt x="487" y="1763"/>
                    <a:pt x="487" y="1672"/>
                  </a:cubicBezTo>
                  <a:cubicBezTo>
                    <a:pt x="487" y="1642"/>
                    <a:pt x="547" y="1611"/>
                    <a:pt x="547" y="1551"/>
                  </a:cubicBezTo>
                  <a:cubicBezTo>
                    <a:pt x="547" y="1520"/>
                    <a:pt x="547" y="1459"/>
                    <a:pt x="578" y="1399"/>
                  </a:cubicBezTo>
                  <a:cubicBezTo>
                    <a:pt x="578" y="1368"/>
                    <a:pt x="608" y="1307"/>
                    <a:pt x="639" y="1277"/>
                  </a:cubicBezTo>
                  <a:cubicBezTo>
                    <a:pt x="639" y="1216"/>
                    <a:pt x="699" y="1216"/>
                    <a:pt x="699" y="1186"/>
                  </a:cubicBezTo>
                  <a:cubicBezTo>
                    <a:pt x="730" y="1125"/>
                    <a:pt x="791" y="1064"/>
                    <a:pt x="851" y="1003"/>
                  </a:cubicBezTo>
                  <a:lnTo>
                    <a:pt x="882" y="973"/>
                  </a:lnTo>
                  <a:cubicBezTo>
                    <a:pt x="1155" y="699"/>
                    <a:pt x="1490" y="517"/>
                    <a:pt x="1854" y="517"/>
                  </a:cubicBezTo>
                  <a:close/>
                  <a:moveTo>
                    <a:pt x="23375" y="6657"/>
                  </a:moveTo>
                  <a:cubicBezTo>
                    <a:pt x="23983" y="6657"/>
                    <a:pt x="24499" y="7143"/>
                    <a:pt x="24499" y="7812"/>
                  </a:cubicBezTo>
                  <a:lnTo>
                    <a:pt x="24499" y="14317"/>
                  </a:lnTo>
                  <a:cubicBezTo>
                    <a:pt x="24499" y="14955"/>
                    <a:pt x="24013" y="15472"/>
                    <a:pt x="23375" y="15472"/>
                  </a:cubicBezTo>
                  <a:lnTo>
                    <a:pt x="20548" y="15472"/>
                  </a:lnTo>
                  <a:cubicBezTo>
                    <a:pt x="20457" y="15472"/>
                    <a:pt x="20335" y="15593"/>
                    <a:pt x="20335" y="15715"/>
                  </a:cubicBezTo>
                  <a:lnTo>
                    <a:pt x="20335" y="17478"/>
                  </a:lnTo>
                  <a:cubicBezTo>
                    <a:pt x="19879" y="17326"/>
                    <a:pt x="18937" y="16840"/>
                    <a:pt x="18238" y="15502"/>
                  </a:cubicBezTo>
                  <a:cubicBezTo>
                    <a:pt x="18177" y="15441"/>
                    <a:pt x="18086" y="15411"/>
                    <a:pt x="18025" y="15411"/>
                  </a:cubicBezTo>
                  <a:lnTo>
                    <a:pt x="10122" y="15411"/>
                  </a:lnTo>
                  <a:cubicBezTo>
                    <a:pt x="9514" y="15411"/>
                    <a:pt x="8967" y="14894"/>
                    <a:pt x="8967" y="14256"/>
                  </a:cubicBezTo>
                  <a:lnTo>
                    <a:pt x="8967" y="11824"/>
                  </a:lnTo>
                  <a:lnTo>
                    <a:pt x="11703" y="11824"/>
                  </a:lnTo>
                  <a:lnTo>
                    <a:pt x="11703" y="14256"/>
                  </a:lnTo>
                  <a:cubicBezTo>
                    <a:pt x="11703" y="14347"/>
                    <a:pt x="11733" y="14408"/>
                    <a:pt x="11794" y="14438"/>
                  </a:cubicBezTo>
                  <a:cubicBezTo>
                    <a:pt x="11824" y="14499"/>
                    <a:pt x="11885" y="14529"/>
                    <a:pt x="11946" y="14529"/>
                  </a:cubicBezTo>
                  <a:lnTo>
                    <a:pt x="11976" y="14529"/>
                  </a:lnTo>
                  <a:cubicBezTo>
                    <a:pt x="12037" y="14499"/>
                    <a:pt x="13952" y="14226"/>
                    <a:pt x="15168" y="11855"/>
                  </a:cubicBezTo>
                  <a:lnTo>
                    <a:pt x="18116" y="11855"/>
                  </a:lnTo>
                  <a:cubicBezTo>
                    <a:pt x="19180" y="11855"/>
                    <a:pt x="20061" y="11004"/>
                    <a:pt x="20061" y="9940"/>
                  </a:cubicBezTo>
                  <a:lnTo>
                    <a:pt x="20031" y="9940"/>
                  </a:lnTo>
                  <a:lnTo>
                    <a:pt x="20031" y="6657"/>
                  </a:lnTo>
                  <a:close/>
                  <a:moveTo>
                    <a:pt x="14438" y="0"/>
                  </a:moveTo>
                  <a:lnTo>
                    <a:pt x="14438" y="92"/>
                  </a:lnTo>
                  <a:lnTo>
                    <a:pt x="1946" y="92"/>
                  </a:lnTo>
                  <a:cubicBezTo>
                    <a:pt x="882" y="92"/>
                    <a:pt x="0" y="973"/>
                    <a:pt x="0" y="2037"/>
                  </a:cubicBezTo>
                  <a:lnTo>
                    <a:pt x="0" y="3344"/>
                  </a:lnTo>
                  <a:lnTo>
                    <a:pt x="0" y="3800"/>
                  </a:lnTo>
                  <a:lnTo>
                    <a:pt x="0" y="9970"/>
                  </a:lnTo>
                  <a:cubicBezTo>
                    <a:pt x="0" y="11034"/>
                    <a:pt x="882" y="11915"/>
                    <a:pt x="1946" y="11915"/>
                  </a:cubicBezTo>
                  <a:lnTo>
                    <a:pt x="8511" y="11915"/>
                  </a:lnTo>
                  <a:lnTo>
                    <a:pt x="8511" y="14347"/>
                  </a:lnTo>
                  <a:cubicBezTo>
                    <a:pt x="8511" y="15259"/>
                    <a:pt x="9241" y="15958"/>
                    <a:pt x="10152" y="15958"/>
                  </a:cubicBezTo>
                  <a:lnTo>
                    <a:pt x="17903" y="15958"/>
                  </a:lnTo>
                  <a:cubicBezTo>
                    <a:pt x="18937" y="17873"/>
                    <a:pt x="20487" y="18147"/>
                    <a:pt x="20548" y="18147"/>
                  </a:cubicBezTo>
                  <a:lnTo>
                    <a:pt x="20609" y="18147"/>
                  </a:lnTo>
                  <a:cubicBezTo>
                    <a:pt x="20639" y="18147"/>
                    <a:pt x="20700" y="18086"/>
                    <a:pt x="20761" y="18055"/>
                  </a:cubicBezTo>
                  <a:cubicBezTo>
                    <a:pt x="20791" y="17995"/>
                    <a:pt x="20821" y="17934"/>
                    <a:pt x="20821" y="17873"/>
                  </a:cubicBezTo>
                  <a:lnTo>
                    <a:pt x="20821" y="15928"/>
                  </a:lnTo>
                  <a:lnTo>
                    <a:pt x="23405" y="15928"/>
                  </a:lnTo>
                  <a:cubicBezTo>
                    <a:pt x="24317" y="15928"/>
                    <a:pt x="25046" y="15198"/>
                    <a:pt x="25046" y="14286"/>
                  </a:cubicBezTo>
                  <a:lnTo>
                    <a:pt x="25046" y="7751"/>
                  </a:lnTo>
                  <a:cubicBezTo>
                    <a:pt x="25046" y="6839"/>
                    <a:pt x="24317" y="6140"/>
                    <a:pt x="23405" y="6140"/>
                  </a:cubicBezTo>
                  <a:lnTo>
                    <a:pt x="20061" y="6140"/>
                  </a:lnTo>
                  <a:lnTo>
                    <a:pt x="20061" y="1946"/>
                  </a:lnTo>
                  <a:cubicBezTo>
                    <a:pt x="20061" y="882"/>
                    <a:pt x="19180" y="0"/>
                    <a:pt x="18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9"/>
            <p:cNvSpPr/>
            <p:nvPr/>
          </p:nvSpPr>
          <p:spPr>
            <a:xfrm>
              <a:off x="2168250" y="3681850"/>
              <a:ext cx="58525" cy="58550"/>
            </a:xfrm>
            <a:custGeom>
              <a:avLst/>
              <a:gdLst/>
              <a:ahLst/>
              <a:cxnLst/>
              <a:rect l="l" t="t" r="r" b="b"/>
              <a:pathLst>
                <a:path w="2341" h="2342" extrusionOk="0">
                  <a:moveTo>
                    <a:pt x="1216" y="457"/>
                  </a:moveTo>
                  <a:cubicBezTo>
                    <a:pt x="1642" y="457"/>
                    <a:pt x="1946" y="791"/>
                    <a:pt x="1946" y="1156"/>
                  </a:cubicBezTo>
                  <a:cubicBezTo>
                    <a:pt x="1946" y="1581"/>
                    <a:pt x="1581" y="1885"/>
                    <a:pt x="1216" y="1885"/>
                  </a:cubicBezTo>
                  <a:cubicBezTo>
                    <a:pt x="791" y="1885"/>
                    <a:pt x="487" y="1551"/>
                    <a:pt x="487" y="1156"/>
                  </a:cubicBezTo>
                  <a:cubicBezTo>
                    <a:pt x="487" y="791"/>
                    <a:pt x="791" y="457"/>
                    <a:pt x="1216" y="457"/>
                  </a:cubicBezTo>
                  <a:close/>
                  <a:moveTo>
                    <a:pt x="1186" y="1"/>
                  </a:moveTo>
                  <a:cubicBezTo>
                    <a:pt x="517" y="1"/>
                    <a:pt x="0" y="518"/>
                    <a:pt x="0" y="1156"/>
                  </a:cubicBezTo>
                  <a:cubicBezTo>
                    <a:pt x="0" y="1825"/>
                    <a:pt x="517" y="2341"/>
                    <a:pt x="1186" y="2341"/>
                  </a:cubicBezTo>
                  <a:cubicBezTo>
                    <a:pt x="1824" y="2341"/>
                    <a:pt x="2341" y="1825"/>
                    <a:pt x="2341" y="1156"/>
                  </a:cubicBezTo>
                  <a:cubicBezTo>
                    <a:pt x="2341" y="518"/>
                    <a:pt x="1824" y="1"/>
                    <a:pt x="1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9"/>
            <p:cNvSpPr/>
            <p:nvPr/>
          </p:nvSpPr>
          <p:spPr>
            <a:xfrm>
              <a:off x="2268550" y="3681850"/>
              <a:ext cx="59300" cy="58550"/>
            </a:xfrm>
            <a:custGeom>
              <a:avLst/>
              <a:gdLst/>
              <a:ahLst/>
              <a:cxnLst/>
              <a:rect l="l" t="t" r="r" b="b"/>
              <a:pathLst>
                <a:path w="2372" h="2342" extrusionOk="0">
                  <a:moveTo>
                    <a:pt x="1216" y="457"/>
                  </a:moveTo>
                  <a:cubicBezTo>
                    <a:pt x="1642" y="457"/>
                    <a:pt x="1946" y="791"/>
                    <a:pt x="1946" y="1156"/>
                  </a:cubicBezTo>
                  <a:cubicBezTo>
                    <a:pt x="1946" y="1581"/>
                    <a:pt x="1611" y="1885"/>
                    <a:pt x="1216" y="1885"/>
                  </a:cubicBezTo>
                  <a:cubicBezTo>
                    <a:pt x="821" y="1885"/>
                    <a:pt x="517" y="1551"/>
                    <a:pt x="517" y="1156"/>
                  </a:cubicBezTo>
                  <a:cubicBezTo>
                    <a:pt x="517" y="791"/>
                    <a:pt x="821" y="457"/>
                    <a:pt x="1216" y="457"/>
                  </a:cubicBezTo>
                  <a:close/>
                  <a:moveTo>
                    <a:pt x="1186" y="1"/>
                  </a:moveTo>
                  <a:cubicBezTo>
                    <a:pt x="548" y="1"/>
                    <a:pt x="0" y="518"/>
                    <a:pt x="0" y="1156"/>
                  </a:cubicBezTo>
                  <a:cubicBezTo>
                    <a:pt x="0" y="1825"/>
                    <a:pt x="548" y="2341"/>
                    <a:pt x="1186" y="2341"/>
                  </a:cubicBezTo>
                  <a:cubicBezTo>
                    <a:pt x="1824" y="2341"/>
                    <a:pt x="2371" y="1825"/>
                    <a:pt x="2371" y="1156"/>
                  </a:cubicBezTo>
                  <a:cubicBezTo>
                    <a:pt x="2371" y="518"/>
                    <a:pt x="1824" y="1"/>
                    <a:pt x="1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9"/>
            <p:cNvSpPr/>
            <p:nvPr/>
          </p:nvSpPr>
          <p:spPr>
            <a:xfrm>
              <a:off x="2369625" y="3681850"/>
              <a:ext cx="58525" cy="58550"/>
            </a:xfrm>
            <a:custGeom>
              <a:avLst/>
              <a:gdLst/>
              <a:ahLst/>
              <a:cxnLst/>
              <a:rect l="l" t="t" r="r" b="b"/>
              <a:pathLst>
                <a:path w="2341" h="2342" extrusionOk="0">
                  <a:moveTo>
                    <a:pt x="1216" y="457"/>
                  </a:moveTo>
                  <a:cubicBezTo>
                    <a:pt x="1641" y="457"/>
                    <a:pt x="1945" y="791"/>
                    <a:pt x="1945" y="1156"/>
                  </a:cubicBezTo>
                  <a:cubicBezTo>
                    <a:pt x="1945" y="1581"/>
                    <a:pt x="1581" y="1885"/>
                    <a:pt x="1216" y="1885"/>
                  </a:cubicBezTo>
                  <a:cubicBezTo>
                    <a:pt x="790" y="1885"/>
                    <a:pt x="486" y="1551"/>
                    <a:pt x="486" y="1156"/>
                  </a:cubicBezTo>
                  <a:cubicBezTo>
                    <a:pt x="486" y="791"/>
                    <a:pt x="790" y="457"/>
                    <a:pt x="1216" y="457"/>
                  </a:cubicBezTo>
                  <a:close/>
                  <a:moveTo>
                    <a:pt x="1186" y="1"/>
                  </a:moveTo>
                  <a:cubicBezTo>
                    <a:pt x="517" y="1"/>
                    <a:pt x="0" y="518"/>
                    <a:pt x="0" y="1156"/>
                  </a:cubicBezTo>
                  <a:cubicBezTo>
                    <a:pt x="0" y="1825"/>
                    <a:pt x="517" y="2341"/>
                    <a:pt x="1186" y="2341"/>
                  </a:cubicBezTo>
                  <a:cubicBezTo>
                    <a:pt x="1824" y="2341"/>
                    <a:pt x="2341" y="1825"/>
                    <a:pt x="2341" y="1156"/>
                  </a:cubicBezTo>
                  <a:cubicBezTo>
                    <a:pt x="2341" y="518"/>
                    <a:pt x="1824" y="1"/>
                    <a:pt x="1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6" name="Google Shape;2076;p49"/>
          <p:cNvGrpSpPr/>
          <p:nvPr/>
        </p:nvGrpSpPr>
        <p:grpSpPr>
          <a:xfrm>
            <a:off x="4765381" y="2459142"/>
            <a:ext cx="1117636" cy="843194"/>
            <a:chOff x="3955500" y="2414250"/>
            <a:chExt cx="869350" cy="655825"/>
          </a:xfrm>
        </p:grpSpPr>
        <p:sp>
          <p:nvSpPr>
            <p:cNvPr id="2077" name="Google Shape;2077;p49"/>
            <p:cNvSpPr/>
            <p:nvPr/>
          </p:nvSpPr>
          <p:spPr>
            <a:xfrm>
              <a:off x="3955500" y="2414250"/>
              <a:ext cx="869350" cy="655825"/>
            </a:xfrm>
            <a:custGeom>
              <a:avLst/>
              <a:gdLst/>
              <a:ahLst/>
              <a:cxnLst/>
              <a:rect l="l" t="t" r="r" b="b"/>
              <a:pathLst>
                <a:path w="34774" h="26233" extrusionOk="0">
                  <a:moveTo>
                    <a:pt x="14738" y="502"/>
                  </a:moveTo>
                  <a:cubicBezTo>
                    <a:pt x="16487" y="502"/>
                    <a:pt x="18249" y="1074"/>
                    <a:pt x="19728" y="2254"/>
                  </a:cubicBezTo>
                  <a:cubicBezTo>
                    <a:pt x="21065" y="3288"/>
                    <a:pt x="21947" y="4686"/>
                    <a:pt x="22403" y="6206"/>
                  </a:cubicBezTo>
                  <a:cubicBezTo>
                    <a:pt x="23071" y="8607"/>
                    <a:pt x="22646" y="11343"/>
                    <a:pt x="20944" y="13470"/>
                  </a:cubicBezTo>
                  <a:cubicBezTo>
                    <a:pt x="19352" y="15429"/>
                    <a:pt x="17005" y="16452"/>
                    <a:pt x="14651" y="16452"/>
                  </a:cubicBezTo>
                  <a:cubicBezTo>
                    <a:pt x="12914" y="16452"/>
                    <a:pt x="11173" y="15895"/>
                    <a:pt x="9728" y="14747"/>
                  </a:cubicBezTo>
                  <a:cubicBezTo>
                    <a:pt x="8269" y="13531"/>
                    <a:pt x="7296" y="11951"/>
                    <a:pt x="6931" y="10188"/>
                  </a:cubicBezTo>
                  <a:cubicBezTo>
                    <a:pt x="6445" y="7908"/>
                    <a:pt x="6931" y="5446"/>
                    <a:pt x="8481" y="3501"/>
                  </a:cubicBezTo>
                  <a:cubicBezTo>
                    <a:pt x="10067" y="1532"/>
                    <a:pt x="12391" y="502"/>
                    <a:pt x="14738" y="502"/>
                  </a:cubicBezTo>
                  <a:close/>
                  <a:moveTo>
                    <a:pt x="25928" y="6510"/>
                  </a:moveTo>
                  <a:cubicBezTo>
                    <a:pt x="28117" y="6510"/>
                    <a:pt x="29941" y="8303"/>
                    <a:pt x="29941" y="10552"/>
                  </a:cubicBezTo>
                  <a:cubicBezTo>
                    <a:pt x="29941" y="10917"/>
                    <a:pt x="29910" y="11251"/>
                    <a:pt x="29789" y="11647"/>
                  </a:cubicBezTo>
                  <a:lnTo>
                    <a:pt x="29698" y="12011"/>
                  </a:lnTo>
                  <a:lnTo>
                    <a:pt x="29698" y="12011"/>
                  </a:lnTo>
                  <a:lnTo>
                    <a:pt x="30062" y="11920"/>
                  </a:lnTo>
                  <a:cubicBezTo>
                    <a:pt x="30366" y="11829"/>
                    <a:pt x="30670" y="11799"/>
                    <a:pt x="30944" y="11799"/>
                  </a:cubicBezTo>
                  <a:lnTo>
                    <a:pt x="31400" y="11799"/>
                  </a:lnTo>
                  <a:cubicBezTo>
                    <a:pt x="31430" y="11799"/>
                    <a:pt x="31521" y="11829"/>
                    <a:pt x="31582" y="11829"/>
                  </a:cubicBezTo>
                  <a:cubicBezTo>
                    <a:pt x="31612" y="11829"/>
                    <a:pt x="31704" y="11859"/>
                    <a:pt x="31734" y="11859"/>
                  </a:cubicBezTo>
                  <a:cubicBezTo>
                    <a:pt x="31764" y="11859"/>
                    <a:pt x="31856" y="11920"/>
                    <a:pt x="31886" y="11920"/>
                  </a:cubicBezTo>
                  <a:cubicBezTo>
                    <a:pt x="31916" y="11920"/>
                    <a:pt x="32008" y="11951"/>
                    <a:pt x="32038" y="11951"/>
                  </a:cubicBezTo>
                  <a:cubicBezTo>
                    <a:pt x="32099" y="11951"/>
                    <a:pt x="32160" y="11981"/>
                    <a:pt x="32190" y="11981"/>
                  </a:cubicBezTo>
                  <a:cubicBezTo>
                    <a:pt x="32220" y="12011"/>
                    <a:pt x="32312" y="12011"/>
                    <a:pt x="32342" y="12072"/>
                  </a:cubicBezTo>
                  <a:cubicBezTo>
                    <a:pt x="32372" y="12072"/>
                    <a:pt x="32403" y="12102"/>
                    <a:pt x="32464" y="12102"/>
                  </a:cubicBezTo>
                  <a:cubicBezTo>
                    <a:pt x="32524" y="12102"/>
                    <a:pt x="32555" y="12133"/>
                    <a:pt x="32646" y="12163"/>
                  </a:cubicBezTo>
                  <a:cubicBezTo>
                    <a:pt x="32676" y="12163"/>
                    <a:pt x="32676" y="12224"/>
                    <a:pt x="32707" y="12224"/>
                  </a:cubicBezTo>
                  <a:cubicBezTo>
                    <a:pt x="32798" y="12254"/>
                    <a:pt x="32828" y="12285"/>
                    <a:pt x="32919" y="12315"/>
                  </a:cubicBezTo>
                  <a:lnTo>
                    <a:pt x="32950" y="12376"/>
                  </a:lnTo>
                  <a:cubicBezTo>
                    <a:pt x="33011" y="12406"/>
                    <a:pt x="33071" y="12467"/>
                    <a:pt x="33132" y="12528"/>
                  </a:cubicBezTo>
                  <a:cubicBezTo>
                    <a:pt x="33254" y="12589"/>
                    <a:pt x="33315" y="12680"/>
                    <a:pt x="33406" y="12741"/>
                  </a:cubicBezTo>
                  <a:lnTo>
                    <a:pt x="33436" y="12771"/>
                  </a:lnTo>
                  <a:cubicBezTo>
                    <a:pt x="33527" y="12862"/>
                    <a:pt x="33558" y="12923"/>
                    <a:pt x="33619" y="13014"/>
                  </a:cubicBezTo>
                  <a:cubicBezTo>
                    <a:pt x="33619" y="13045"/>
                    <a:pt x="33679" y="13045"/>
                    <a:pt x="33679" y="13075"/>
                  </a:cubicBezTo>
                  <a:cubicBezTo>
                    <a:pt x="33710" y="13166"/>
                    <a:pt x="33771" y="13227"/>
                    <a:pt x="33831" y="13318"/>
                  </a:cubicBezTo>
                  <a:cubicBezTo>
                    <a:pt x="33831" y="13349"/>
                    <a:pt x="33862" y="13349"/>
                    <a:pt x="33862" y="13379"/>
                  </a:cubicBezTo>
                  <a:lnTo>
                    <a:pt x="33983" y="13622"/>
                  </a:lnTo>
                  <a:cubicBezTo>
                    <a:pt x="33983" y="13653"/>
                    <a:pt x="34014" y="13683"/>
                    <a:pt x="34014" y="13744"/>
                  </a:cubicBezTo>
                  <a:cubicBezTo>
                    <a:pt x="34014" y="13805"/>
                    <a:pt x="34044" y="13896"/>
                    <a:pt x="34075" y="13957"/>
                  </a:cubicBezTo>
                  <a:cubicBezTo>
                    <a:pt x="34075" y="13987"/>
                    <a:pt x="34135" y="14048"/>
                    <a:pt x="34135" y="14078"/>
                  </a:cubicBezTo>
                  <a:cubicBezTo>
                    <a:pt x="34166" y="14139"/>
                    <a:pt x="34166" y="14230"/>
                    <a:pt x="34196" y="14291"/>
                  </a:cubicBezTo>
                  <a:cubicBezTo>
                    <a:pt x="34196" y="14352"/>
                    <a:pt x="34257" y="14382"/>
                    <a:pt x="34257" y="14413"/>
                  </a:cubicBezTo>
                  <a:cubicBezTo>
                    <a:pt x="34257" y="14534"/>
                    <a:pt x="34287" y="14595"/>
                    <a:pt x="34287" y="14686"/>
                  </a:cubicBezTo>
                  <a:lnTo>
                    <a:pt x="34287" y="14808"/>
                  </a:lnTo>
                  <a:cubicBezTo>
                    <a:pt x="34318" y="14899"/>
                    <a:pt x="34318" y="15051"/>
                    <a:pt x="34318" y="15172"/>
                  </a:cubicBezTo>
                  <a:cubicBezTo>
                    <a:pt x="34318" y="16966"/>
                    <a:pt x="32919" y="18486"/>
                    <a:pt x="31278" y="18668"/>
                  </a:cubicBezTo>
                  <a:lnTo>
                    <a:pt x="25594" y="18668"/>
                  </a:lnTo>
                  <a:lnTo>
                    <a:pt x="25594" y="17726"/>
                  </a:lnTo>
                  <a:lnTo>
                    <a:pt x="25594" y="12558"/>
                  </a:lnTo>
                  <a:lnTo>
                    <a:pt x="28087" y="15112"/>
                  </a:lnTo>
                  <a:cubicBezTo>
                    <a:pt x="28147" y="15142"/>
                    <a:pt x="28216" y="15157"/>
                    <a:pt x="28277" y="15157"/>
                  </a:cubicBezTo>
                  <a:cubicBezTo>
                    <a:pt x="28337" y="15157"/>
                    <a:pt x="28391" y="15142"/>
                    <a:pt x="28421" y="15112"/>
                  </a:cubicBezTo>
                  <a:cubicBezTo>
                    <a:pt x="28512" y="14990"/>
                    <a:pt x="28512" y="14838"/>
                    <a:pt x="28421" y="14747"/>
                  </a:cubicBezTo>
                  <a:lnTo>
                    <a:pt x="25533" y="11799"/>
                  </a:lnTo>
                  <a:cubicBezTo>
                    <a:pt x="25503" y="11768"/>
                    <a:pt x="25473" y="11707"/>
                    <a:pt x="25381" y="11707"/>
                  </a:cubicBezTo>
                  <a:cubicBezTo>
                    <a:pt x="25351" y="11707"/>
                    <a:pt x="25290" y="11768"/>
                    <a:pt x="25229" y="11799"/>
                  </a:cubicBezTo>
                  <a:lnTo>
                    <a:pt x="22311" y="14747"/>
                  </a:lnTo>
                  <a:cubicBezTo>
                    <a:pt x="22251" y="14868"/>
                    <a:pt x="22251" y="15020"/>
                    <a:pt x="22311" y="15112"/>
                  </a:cubicBezTo>
                  <a:cubicBezTo>
                    <a:pt x="22342" y="15142"/>
                    <a:pt x="22403" y="15172"/>
                    <a:pt x="22463" y="15172"/>
                  </a:cubicBezTo>
                  <a:cubicBezTo>
                    <a:pt x="22494" y="15172"/>
                    <a:pt x="22585" y="15142"/>
                    <a:pt x="22615" y="15112"/>
                  </a:cubicBezTo>
                  <a:lnTo>
                    <a:pt x="25138" y="12558"/>
                  </a:lnTo>
                  <a:lnTo>
                    <a:pt x="25138" y="17756"/>
                  </a:lnTo>
                  <a:lnTo>
                    <a:pt x="25138" y="18668"/>
                  </a:lnTo>
                  <a:lnTo>
                    <a:pt x="15168" y="18668"/>
                  </a:lnTo>
                  <a:cubicBezTo>
                    <a:pt x="15108" y="18668"/>
                    <a:pt x="15016" y="18638"/>
                    <a:pt x="14956" y="18638"/>
                  </a:cubicBezTo>
                  <a:lnTo>
                    <a:pt x="14895" y="18638"/>
                  </a:lnTo>
                  <a:cubicBezTo>
                    <a:pt x="14834" y="18607"/>
                    <a:pt x="14712" y="18607"/>
                    <a:pt x="14652" y="18546"/>
                  </a:cubicBezTo>
                  <a:lnTo>
                    <a:pt x="14591" y="18546"/>
                  </a:lnTo>
                  <a:cubicBezTo>
                    <a:pt x="14530" y="18546"/>
                    <a:pt x="14439" y="18516"/>
                    <a:pt x="14378" y="18486"/>
                  </a:cubicBezTo>
                  <a:cubicBezTo>
                    <a:pt x="14378" y="18455"/>
                    <a:pt x="14348" y="18455"/>
                    <a:pt x="14348" y="18455"/>
                  </a:cubicBezTo>
                  <a:cubicBezTo>
                    <a:pt x="14196" y="18364"/>
                    <a:pt x="14044" y="18242"/>
                    <a:pt x="13892" y="18151"/>
                  </a:cubicBezTo>
                  <a:lnTo>
                    <a:pt x="13831" y="18151"/>
                  </a:lnTo>
                  <a:cubicBezTo>
                    <a:pt x="13679" y="18030"/>
                    <a:pt x="13527" y="17878"/>
                    <a:pt x="13436" y="17726"/>
                  </a:cubicBezTo>
                  <a:cubicBezTo>
                    <a:pt x="13345" y="17634"/>
                    <a:pt x="13314" y="17604"/>
                    <a:pt x="13284" y="17543"/>
                  </a:cubicBezTo>
                  <a:cubicBezTo>
                    <a:pt x="13223" y="17543"/>
                    <a:pt x="13223" y="17483"/>
                    <a:pt x="13223" y="17483"/>
                  </a:cubicBezTo>
                  <a:cubicBezTo>
                    <a:pt x="13193" y="17422"/>
                    <a:pt x="13162" y="17391"/>
                    <a:pt x="13132" y="17300"/>
                  </a:cubicBezTo>
                  <a:cubicBezTo>
                    <a:pt x="13071" y="17300"/>
                    <a:pt x="13071" y="17270"/>
                    <a:pt x="13071" y="17270"/>
                  </a:cubicBezTo>
                  <a:cubicBezTo>
                    <a:pt x="13041" y="17239"/>
                    <a:pt x="13041" y="17179"/>
                    <a:pt x="13010" y="17118"/>
                  </a:cubicBezTo>
                  <a:cubicBezTo>
                    <a:pt x="12980" y="17118"/>
                    <a:pt x="12980" y="17087"/>
                    <a:pt x="12980" y="17087"/>
                  </a:cubicBezTo>
                  <a:cubicBezTo>
                    <a:pt x="12919" y="16996"/>
                    <a:pt x="12919" y="16935"/>
                    <a:pt x="12889" y="16844"/>
                  </a:cubicBezTo>
                  <a:lnTo>
                    <a:pt x="12889" y="16844"/>
                  </a:lnTo>
                  <a:cubicBezTo>
                    <a:pt x="13514" y="16987"/>
                    <a:pt x="14150" y="17057"/>
                    <a:pt x="14785" y="17057"/>
                  </a:cubicBezTo>
                  <a:cubicBezTo>
                    <a:pt x="17268" y="17057"/>
                    <a:pt x="19729" y="15978"/>
                    <a:pt x="21400" y="13896"/>
                  </a:cubicBezTo>
                  <a:cubicBezTo>
                    <a:pt x="22859" y="12011"/>
                    <a:pt x="23436" y="9792"/>
                    <a:pt x="23193" y="7604"/>
                  </a:cubicBezTo>
                  <a:cubicBezTo>
                    <a:pt x="23892" y="6935"/>
                    <a:pt x="24865" y="6510"/>
                    <a:pt x="25928" y="6510"/>
                  </a:cubicBezTo>
                  <a:close/>
                  <a:moveTo>
                    <a:pt x="7509" y="16632"/>
                  </a:moveTo>
                  <a:cubicBezTo>
                    <a:pt x="7677" y="16632"/>
                    <a:pt x="7848" y="16693"/>
                    <a:pt x="7995" y="16814"/>
                  </a:cubicBezTo>
                  <a:cubicBezTo>
                    <a:pt x="8299" y="17087"/>
                    <a:pt x="8360" y="17574"/>
                    <a:pt x="8117" y="17878"/>
                  </a:cubicBezTo>
                  <a:lnTo>
                    <a:pt x="1977" y="25477"/>
                  </a:lnTo>
                  <a:cubicBezTo>
                    <a:pt x="1839" y="25666"/>
                    <a:pt x="1623" y="25758"/>
                    <a:pt x="1402" y="25758"/>
                  </a:cubicBezTo>
                  <a:cubicBezTo>
                    <a:pt x="1232" y="25758"/>
                    <a:pt x="1058" y="25704"/>
                    <a:pt x="913" y="25598"/>
                  </a:cubicBezTo>
                  <a:cubicBezTo>
                    <a:pt x="578" y="25325"/>
                    <a:pt x="548" y="24869"/>
                    <a:pt x="822" y="24534"/>
                  </a:cubicBezTo>
                  <a:lnTo>
                    <a:pt x="6931" y="16935"/>
                  </a:lnTo>
                  <a:cubicBezTo>
                    <a:pt x="7084" y="16731"/>
                    <a:pt x="7295" y="16632"/>
                    <a:pt x="7509" y="16632"/>
                  </a:cubicBezTo>
                  <a:close/>
                  <a:moveTo>
                    <a:pt x="14709" y="0"/>
                  </a:moveTo>
                  <a:cubicBezTo>
                    <a:pt x="12230" y="0"/>
                    <a:pt x="9771" y="1082"/>
                    <a:pt x="8086" y="3166"/>
                  </a:cubicBezTo>
                  <a:cubicBezTo>
                    <a:pt x="5259" y="6753"/>
                    <a:pt x="5746" y="11951"/>
                    <a:pt x="9241" y="14899"/>
                  </a:cubicBezTo>
                  <a:lnTo>
                    <a:pt x="8086" y="16327"/>
                  </a:lnTo>
                  <a:cubicBezTo>
                    <a:pt x="7903" y="16220"/>
                    <a:pt x="7705" y="16169"/>
                    <a:pt x="7507" y="16169"/>
                  </a:cubicBezTo>
                  <a:cubicBezTo>
                    <a:pt x="7148" y="16169"/>
                    <a:pt x="6791" y="16337"/>
                    <a:pt x="6536" y="16631"/>
                  </a:cubicBezTo>
                  <a:lnTo>
                    <a:pt x="426" y="24230"/>
                  </a:lnTo>
                  <a:cubicBezTo>
                    <a:pt x="1" y="24747"/>
                    <a:pt x="92" y="25537"/>
                    <a:pt x="609" y="25963"/>
                  </a:cubicBezTo>
                  <a:cubicBezTo>
                    <a:pt x="843" y="26145"/>
                    <a:pt x="1122" y="26232"/>
                    <a:pt x="1397" y="26232"/>
                  </a:cubicBezTo>
                  <a:cubicBezTo>
                    <a:pt x="1766" y="26232"/>
                    <a:pt x="2128" y="26076"/>
                    <a:pt x="2372" y="25781"/>
                  </a:cubicBezTo>
                  <a:lnTo>
                    <a:pt x="8481" y="18182"/>
                  </a:lnTo>
                  <a:cubicBezTo>
                    <a:pt x="8846" y="17726"/>
                    <a:pt x="8816" y="17087"/>
                    <a:pt x="8451" y="16631"/>
                  </a:cubicBezTo>
                  <a:lnTo>
                    <a:pt x="9576" y="15203"/>
                  </a:lnTo>
                  <a:cubicBezTo>
                    <a:pt x="10427" y="15872"/>
                    <a:pt x="11339" y="16327"/>
                    <a:pt x="12281" y="16571"/>
                  </a:cubicBezTo>
                  <a:cubicBezTo>
                    <a:pt x="12585" y="18030"/>
                    <a:pt x="13831" y="19093"/>
                    <a:pt x="15351" y="19093"/>
                  </a:cubicBezTo>
                  <a:lnTo>
                    <a:pt x="31369" y="19093"/>
                  </a:lnTo>
                  <a:lnTo>
                    <a:pt x="31369" y="19063"/>
                  </a:lnTo>
                  <a:cubicBezTo>
                    <a:pt x="33284" y="18820"/>
                    <a:pt x="34774" y="17148"/>
                    <a:pt x="34774" y="15172"/>
                  </a:cubicBezTo>
                  <a:cubicBezTo>
                    <a:pt x="34774" y="13051"/>
                    <a:pt x="33099" y="11311"/>
                    <a:pt x="31049" y="11311"/>
                  </a:cubicBezTo>
                  <a:cubicBezTo>
                    <a:pt x="31014" y="11311"/>
                    <a:pt x="30979" y="11311"/>
                    <a:pt x="30944" y="11312"/>
                  </a:cubicBezTo>
                  <a:cubicBezTo>
                    <a:pt x="30761" y="11312"/>
                    <a:pt x="30518" y="11312"/>
                    <a:pt x="30336" y="11343"/>
                  </a:cubicBezTo>
                  <a:cubicBezTo>
                    <a:pt x="30366" y="11039"/>
                    <a:pt x="30397" y="10765"/>
                    <a:pt x="30397" y="10461"/>
                  </a:cubicBezTo>
                  <a:cubicBezTo>
                    <a:pt x="30397" y="7969"/>
                    <a:pt x="28360" y="5932"/>
                    <a:pt x="25898" y="5932"/>
                  </a:cubicBezTo>
                  <a:cubicBezTo>
                    <a:pt x="24804" y="5932"/>
                    <a:pt x="23831" y="6327"/>
                    <a:pt x="23041" y="6966"/>
                  </a:cubicBezTo>
                  <a:cubicBezTo>
                    <a:pt x="22707" y="5020"/>
                    <a:pt x="21673" y="3197"/>
                    <a:pt x="20001" y="1859"/>
                  </a:cubicBezTo>
                  <a:cubicBezTo>
                    <a:pt x="18438" y="609"/>
                    <a:pt x="16568" y="0"/>
                    <a:pt x="147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9"/>
            <p:cNvSpPr/>
            <p:nvPr/>
          </p:nvSpPr>
          <p:spPr>
            <a:xfrm>
              <a:off x="4143975" y="2449075"/>
              <a:ext cx="366275" cy="353550"/>
            </a:xfrm>
            <a:custGeom>
              <a:avLst/>
              <a:gdLst/>
              <a:ahLst/>
              <a:cxnLst/>
              <a:rect l="l" t="t" r="r" b="b"/>
              <a:pathLst>
                <a:path w="14651" h="14142" extrusionOk="0">
                  <a:moveTo>
                    <a:pt x="7143" y="442"/>
                  </a:moveTo>
                  <a:cubicBezTo>
                    <a:pt x="8591" y="442"/>
                    <a:pt x="10051" y="917"/>
                    <a:pt x="11277" y="1895"/>
                  </a:cubicBezTo>
                  <a:cubicBezTo>
                    <a:pt x="12918" y="3232"/>
                    <a:pt x="13739" y="5147"/>
                    <a:pt x="13800" y="7062"/>
                  </a:cubicBezTo>
                  <a:lnTo>
                    <a:pt x="13800" y="7427"/>
                  </a:lnTo>
                  <a:cubicBezTo>
                    <a:pt x="13283" y="7244"/>
                    <a:pt x="12797" y="7123"/>
                    <a:pt x="12310" y="7123"/>
                  </a:cubicBezTo>
                  <a:cubicBezTo>
                    <a:pt x="10365" y="7123"/>
                    <a:pt x="8784" y="8612"/>
                    <a:pt x="8572" y="10466"/>
                  </a:cubicBezTo>
                  <a:cubicBezTo>
                    <a:pt x="8268" y="10406"/>
                    <a:pt x="8025" y="10375"/>
                    <a:pt x="7721" y="10375"/>
                  </a:cubicBezTo>
                  <a:cubicBezTo>
                    <a:pt x="6110" y="10375"/>
                    <a:pt x="4772" y="11591"/>
                    <a:pt x="4620" y="13141"/>
                  </a:cubicBezTo>
                  <a:cubicBezTo>
                    <a:pt x="4073" y="12898"/>
                    <a:pt x="3526" y="12564"/>
                    <a:pt x="3040" y="12199"/>
                  </a:cubicBezTo>
                  <a:cubicBezTo>
                    <a:pt x="1976" y="11348"/>
                    <a:pt x="1246" y="10254"/>
                    <a:pt x="882" y="9038"/>
                  </a:cubicBezTo>
                  <a:cubicBezTo>
                    <a:pt x="213" y="7032"/>
                    <a:pt x="578" y="4691"/>
                    <a:pt x="2006" y="2898"/>
                  </a:cubicBezTo>
                  <a:cubicBezTo>
                    <a:pt x="3308" y="1284"/>
                    <a:pt x="5215" y="442"/>
                    <a:pt x="7143" y="442"/>
                  </a:cubicBezTo>
                  <a:close/>
                  <a:moveTo>
                    <a:pt x="12280" y="7640"/>
                  </a:moveTo>
                  <a:cubicBezTo>
                    <a:pt x="12766" y="7640"/>
                    <a:pt x="13222" y="7731"/>
                    <a:pt x="13678" y="7974"/>
                  </a:cubicBezTo>
                  <a:cubicBezTo>
                    <a:pt x="13526" y="9099"/>
                    <a:pt x="13070" y="10223"/>
                    <a:pt x="12310" y="11196"/>
                  </a:cubicBezTo>
                  <a:cubicBezTo>
                    <a:pt x="11019" y="12821"/>
                    <a:pt x="9108" y="13664"/>
                    <a:pt x="7175" y="13664"/>
                  </a:cubicBezTo>
                  <a:cubicBezTo>
                    <a:pt x="6468" y="13664"/>
                    <a:pt x="5759" y="13551"/>
                    <a:pt x="5076" y="13324"/>
                  </a:cubicBezTo>
                  <a:cubicBezTo>
                    <a:pt x="5167" y="11956"/>
                    <a:pt x="6292" y="10861"/>
                    <a:pt x="7721" y="10861"/>
                  </a:cubicBezTo>
                  <a:cubicBezTo>
                    <a:pt x="8055" y="10861"/>
                    <a:pt x="8389" y="10922"/>
                    <a:pt x="8693" y="11044"/>
                  </a:cubicBezTo>
                  <a:lnTo>
                    <a:pt x="8997" y="11165"/>
                  </a:lnTo>
                  <a:lnTo>
                    <a:pt x="8997" y="10831"/>
                  </a:lnTo>
                  <a:cubicBezTo>
                    <a:pt x="9028" y="9068"/>
                    <a:pt x="10517" y="7640"/>
                    <a:pt x="12280" y="7640"/>
                  </a:cubicBezTo>
                  <a:close/>
                  <a:moveTo>
                    <a:pt x="7173" y="0"/>
                  </a:moveTo>
                  <a:cubicBezTo>
                    <a:pt x="5095" y="0"/>
                    <a:pt x="3034" y="914"/>
                    <a:pt x="1641" y="2655"/>
                  </a:cubicBezTo>
                  <a:cubicBezTo>
                    <a:pt x="486" y="4083"/>
                    <a:pt x="0" y="5816"/>
                    <a:pt x="122" y="7518"/>
                  </a:cubicBezTo>
                  <a:cubicBezTo>
                    <a:pt x="213" y="9463"/>
                    <a:pt x="1094" y="11317"/>
                    <a:pt x="2736" y="12594"/>
                  </a:cubicBezTo>
                  <a:cubicBezTo>
                    <a:pt x="4037" y="13635"/>
                    <a:pt x="5600" y="14141"/>
                    <a:pt x="7153" y="14141"/>
                  </a:cubicBezTo>
                  <a:cubicBezTo>
                    <a:pt x="9228" y="14141"/>
                    <a:pt x="11284" y="13238"/>
                    <a:pt x="12675" y="11500"/>
                  </a:cubicBezTo>
                  <a:cubicBezTo>
                    <a:pt x="14468" y="9251"/>
                    <a:pt x="14651" y="6302"/>
                    <a:pt x="13496" y="3901"/>
                  </a:cubicBezTo>
                  <a:cubicBezTo>
                    <a:pt x="13040" y="3019"/>
                    <a:pt x="12371" y="2199"/>
                    <a:pt x="11581" y="1560"/>
                  </a:cubicBezTo>
                  <a:cubicBezTo>
                    <a:pt x="10282" y="509"/>
                    <a:pt x="8723" y="0"/>
                    <a:pt x="7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9"/>
            <p:cNvSpPr/>
            <p:nvPr/>
          </p:nvSpPr>
          <p:spPr>
            <a:xfrm>
              <a:off x="4213125" y="2488025"/>
              <a:ext cx="198350" cy="60975"/>
            </a:xfrm>
            <a:custGeom>
              <a:avLst/>
              <a:gdLst/>
              <a:ahLst/>
              <a:cxnLst/>
              <a:rect l="l" t="t" r="r" b="b"/>
              <a:pathLst>
                <a:path w="7934" h="2439" extrusionOk="0">
                  <a:moveTo>
                    <a:pt x="4386" y="0"/>
                  </a:moveTo>
                  <a:cubicBezTo>
                    <a:pt x="2769" y="0"/>
                    <a:pt x="1167" y="703"/>
                    <a:pt x="91" y="2039"/>
                  </a:cubicBezTo>
                  <a:cubicBezTo>
                    <a:pt x="0" y="2161"/>
                    <a:pt x="0" y="2312"/>
                    <a:pt x="122" y="2373"/>
                  </a:cubicBezTo>
                  <a:cubicBezTo>
                    <a:pt x="178" y="2416"/>
                    <a:pt x="241" y="2438"/>
                    <a:pt x="298" y="2438"/>
                  </a:cubicBezTo>
                  <a:cubicBezTo>
                    <a:pt x="365" y="2438"/>
                    <a:pt x="423" y="2408"/>
                    <a:pt x="456" y="2343"/>
                  </a:cubicBezTo>
                  <a:cubicBezTo>
                    <a:pt x="1461" y="1113"/>
                    <a:pt x="2910" y="475"/>
                    <a:pt x="4376" y="475"/>
                  </a:cubicBezTo>
                  <a:cubicBezTo>
                    <a:pt x="5482" y="475"/>
                    <a:pt x="6597" y="838"/>
                    <a:pt x="7538" y="1583"/>
                  </a:cubicBezTo>
                  <a:cubicBezTo>
                    <a:pt x="7581" y="1625"/>
                    <a:pt x="7636" y="1648"/>
                    <a:pt x="7692" y="1648"/>
                  </a:cubicBezTo>
                  <a:cubicBezTo>
                    <a:pt x="7757" y="1648"/>
                    <a:pt x="7824" y="1618"/>
                    <a:pt x="7873" y="1553"/>
                  </a:cubicBezTo>
                  <a:cubicBezTo>
                    <a:pt x="7933" y="1431"/>
                    <a:pt x="7933" y="1279"/>
                    <a:pt x="7842" y="1218"/>
                  </a:cubicBezTo>
                  <a:cubicBezTo>
                    <a:pt x="6825" y="397"/>
                    <a:pt x="5601" y="0"/>
                    <a:pt x="43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9"/>
            <p:cNvSpPr/>
            <p:nvPr/>
          </p:nvSpPr>
          <p:spPr>
            <a:xfrm>
              <a:off x="4331650" y="2910575"/>
              <a:ext cx="362500" cy="11425"/>
            </a:xfrm>
            <a:custGeom>
              <a:avLst/>
              <a:gdLst/>
              <a:ahLst/>
              <a:cxnLst/>
              <a:rect l="l" t="t" r="r" b="b"/>
              <a:pathLst>
                <a:path w="14500" h="457" extrusionOk="0">
                  <a:moveTo>
                    <a:pt x="244" y="0"/>
                  </a:moveTo>
                  <a:cubicBezTo>
                    <a:pt x="122" y="0"/>
                    <a:pt x="1" y="122"/>
                    <a:pt x="1" y="213"/>
                  </a:cubicBezTo>
                  <a:cubicBezTo>
                    <a:pt x="1" y="335"/>
                    <a:pt x="122" y="456"/>
                    <a:pt x="244" y="456"/>
                  </a:cubicBezTo>
                  <a:lnTo>
                    <a:pt x="14256" y="456"/>
                  </a:lnTo>
                  <a:cubicBezTo>
                    <a:pt x="14378" y="456"/>
                    <a:pt x="14500" y="335"/>
                    <a:pt x="14500" y="213"/>
                  </a:cubicBezTo>
                  <a:cubicBezTo>
                    <a:pt x="14500" y="122"/>
                    <a:pt x="14378" y="0"/>
                    <a:pt x="142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9"/>
            <p:cNvSpPr/>
            <p:nvPr/>
          </p:nvSpPr>
          <p:spPr>
            <a:xfrm>
              <a:off x="4716925" y="2910575"/>
              <a:ext cx="36500" cy="11425"/>
            </a:xfrm>
            <a:custGeom>
              <a:avLst/>
              <a:gdLst/>
              <a:ahLst/>
              <a:cxnLst/>
              <a:rect l="l" t="t" r="r" b="b"/>
              <a:pathLst>
                <a:path w="1460" h="457" extrusionOk="0">
                  <a:moveTo>
                    <a:pt x="213" y="0"/>
                  </a:moveTo>
                  <a:cubicBezTo>
                    <a:pt x="92" y="0"/>
                    <a:pt x="0" y="122"/>
                    <a:pt x="0" y="213"/>
                  </a:cubicBezTo>
                  <a:cubicBezTo>
                    <a:pt x="0" y="335"/>
                    <a:pt x="92" y="456"/>
                    <a:pt x="213" y="456"/>
                  </a:cubicBezTo>
                  <a:lnTo>
                    <a:pt x="1247" y="456"/>
                  </a:lnTo>
                  <a:cubicBezTo>
                    <a:pt x="1368" y="456"/>
                    <a:pt x="1459" y="335"/>
                    <a:pt x="1459" y="213"/>
                  </a:cubicBezTo>
                  <a:cubicBezTo>
                    <a:pt x="1459" y="122"/>
                    <a:pt x="1399" y="0"/>
                    <a:pt x="12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2" name="Google Shape;2082;p49"/>
          <p:cNvGrpSpPr/>
          <p:nvPr/>
        </p:nvGrpSpPr>
        <p:grpSpPr>
          <a:xfrm>
            <a:off x="6851063" y="3398698"/>
            <a:ext cx="928075" cy="980571"/>
            <a:chOff x="2730575" y="1383475"/>
            <a:chExt cx="721900" cy="762675"/>
          </a:xfrm>
        </p:grpSpPr>
        <p:sp>
          <p:nvSpPr>
            <p:cNvPr id="2083" name="Google Shape;2083;p49"/>
            <p:cNvSpPr/>
            <p:nvPr/>
          </p:nvSpPr>
          <p:spPr>
            <a:xfrm>
              <a:off x="2892425" y="1383475"/>
              <a:ext cx="392125" cy="482275"/>
            </a:xfrm>
            <a:custGeom>
              <a:avLst/>
              <a:gdLst/>
              <a:ahLst/>
              <a:cxnLst/>
              <a:rect l="l" t="t" r="r" b="b"/>
              <a:pathLst>
                <a:path w="15685" h="19291" extrusionOk="0">
                  <a:moveTo>
                    <a:pt x="7825" y="553"/>
                  </a:moveTo>
                  <a:cubicBezTo>
                    <a:pt x="9690" y="553"/>
                    <a:pt x="11453" y="1224"/>
                    <a:pt x="12827" y="2542"/>
                  </a:cubicBezTo>
                  <a:cubicBezTo>
                    <a:pt x="13010" y="2694"/>
                    <a:pt x="13162" y="2846"/>
                    <a:pt x="13314" y="3029"/>
                  </a:cubicBezTo>
                  <a:cubicBezTo>
                    <a:pt x="13466" y="3181"/>
                    <a:pt x="13587" y="3363"/>
                    <a:pt x="13739" y="3546"/>
                  </a:cubicBezTo>
                  <a:cubicBezTo>
                    <a:pt x="13830" y="3698"/>
                    <a:pt x="13922" y="3849"/>
                    <a:pt x="14043" y="4001"/>
                  </a:cubicBezTo>
                  <a:cubicBezTo>
                    <a:pt x="14226" y="4366"/>
                    <a:pt x="14378" y="4670"/>
                    <a:pt x="14529" y="5005"/>
                  </a:cubicBezTo>
                  <a:cubicBezTo>
                    <a:pt x="14560" y="5005"/>
                    <a:pt x="14560" y="5035"/>
                    <a:pt x="14560" y="5035"/>
                  </a:cubicBezTo>
                  <a:cubicBezTo>
                    <a:pt x="14651" y="5187"/>
                    <a:pt x="14712" y="5369"/>
                    <a:pt x="14742" y="5521"/>
                  </a:cubicBezTo>
                  <a:cubicBezTo>
                    <a:pt x="14833" y="5673"/>
                    <a:pt x="14864" y="5886"/>
                    <a:pt x="14894" y="6038"/>
                  </a:cubicBezTo>
                  <a:cubicBezTo>
                    <a:pt x="14955" y="6038"/>
                    <a:pt x="14955" y="6068"/>
                    <a:pt x="14955" y="6099"/>
                  </a:cubicBezTo>
                  <a:cubicBezTo>
                    <a:pt x="14985" y="6251"/>
                    <a:pt x="15016" y="6433"/>
                    <a:pt x="15077" y="6585"/>
                  </a:cubicBezTo>
                  <a:lnTo>
                    <a:pt x="15077" y="6646"/>
                  </a:lnTo>
                  <a:cubicBezTo>
                    <a:pt x="15107" y="6798"/>
                    <a:pt x="15137" y="6980"/>
                    <a:pt x="15137" y="7132"/>
                  </a:cubicBezTo>
                  <a:lnTo>
                    <a:pt x="15137" y="7254"/>
                  </a:lnTo>
                  <a:cubicBezTo>
                    <a:pt x="15168" y="7436"/>
                    <a:pt x="15168" y="7588"/>
                    <a:pt x="15168" y="7771"/>
                  </a:cubicBezTo>
                  <a:cubicBezTo>
                    <a:pt x="15168" y="9746"/>
                    <a:pt x="14408" y="11600"/>
                    <a:pt x="13010" y="12968"/>
                  </a:cubicBezTo>
                  <a:cubicBezTo>
                    <a:pt x="11368" y="14579"/>
                    <a:pt x="10517" y="16616"/>
                    <a:pt x="10426" y="18804"/>
                  </a:cubicBezTo>
                  <a:lnTo>
                    <a:pt x="10426" y="18865"/>
                  </a:lnTo>
                  <a:lnTo>
                    <a:pt x="5228" y="18865"/>
                  </a:lnTo>
                  <a:lnTo>
                    <a:pt x="5228" y="18804"/>
                  </a:lnTo>
                  <a:cubicBezTo>
                    <a:pt x="5228" y="16616"/>
                    <a:pt x="4347" y="14579"/>
                    <a:pt x="2827" y="13120"/>
                  </a:cubicBezTo>
                  <a:cubicBezTo>
                    <a:pt x="1216" y="11661"/>
                    <a:pt x="395" y="9533"/>
                    <a:pt x="547" y="7345"/>
                  </a:cubicBezTo>
                  <a:cubicBezTo>
                    <a:pt x="760" y="3698"/>
                    <a:pt x="3709" y="780"/>
                    <a:pt x="7356" y="567"/>
                  </a:cubicBezTo>
                  <a:cubicBezTo>
                    <a:pt x="7513" y="557"/>
                    <a:pt x="7669" y="553"/>
                    <a:pt x="7825" y="553"/>
                  </a:cubicBezTo>
                  <a:close/>
                  <a:moveTo>
                    <a:pt x="7959" y="1"/>
                  </a:moveTo>
                  <a:cubicBezTo>
                    <a:pt x="7779" y="1"/>
                    <a:pt x="7598" y="7"/>
                    <a:pt x="7417" y="20"/>
                  </a:cubicBezTo>
                  <a:cubicBezTo>
                    <a:pt x="3557" y="293"/>
                    <a:pt x="426" y="3394"/>
                    <a:pt x="152" y="7284"/>
                  </a:cubicBezTo>
                  <a:cubicBezTo>
                    <a:pt x="0" y="9594"/>
                    <a:pt x="882" y="11844"/>
                    <a:pt x="2584" y="13424"/>
                  </a:cubicBezTo>
                  <a:cubicBezTo>
                    <a:pt x="4043" y="14762"/>
                    <a:pt x="4833" y="16707"/>
                    <a:pt x="4833" y="18743"/>
                  </a:cubicBezTo>
                  <a:lnTo>
                    <a:pt x="4833" y="19047"/>
                  </a:lnTo>
                  <a:cubicBezTo>
                    <a:pt x="4833" y="19169"/>
                    <a:pt x="4924" y="19290"/>
                    <a:pt x="5076" y="19290"/>
                  </a:cubicBezTo>
                  <a:lnTo>
                    <a:pt x="10760" y="19290"/>
                  </a:lnTo>
                  <a:cubicBezTo>
                    <a:pt x="10882" y="19290"/>
                    <a:pt x="11004" y="19199"/>
                    <a:pt x="11004" y="19047"/>
                  </a:cubicBezTo>
                  <a:lnTo>
                    <a:pt x="11004" y="18743"/>
                  </a:lnTo>
                  <a:cubicBezTo>
                    <a:pt x="11004" y="16737"/>
                    <a:pt x="11824" y="14792"/>
                    <a:pt x="13344" y="13333"/>
                  </a:cubicBezTo>
                  <a:cubicBezTo>
                    <a:pt x="14833" y="11874"/>
                    <a:pt x="15685" y="9898"/>
                    <a:pt x="15654" y="7771"/>
                  </a:cubicBezTo>
                  <a:cubicBezTo>
                    <a:pt x="15654" y="5643"/>
                    <a:pt x="14803" y="3606"/>
                    <a:pt x="13222" y="2117"/>
                  </a:cubicBezTo>
                  <a:cubicBezTo>
                    <a:pt x="11803" y="753"/>
                    <a:pt x="9924" y="1"/>
                    <a:pt x="79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9"/>
            <p:cNvSpPr/>
            <p:nvPr/>
          </p:nvSpPr>
          <p:spPr>
            <a:xfrm>
              <a:off x="3011725" y="1874850"/>
              <a:ext cx="153525" cy="11425"/>
            </a:xfrm>
            <a:custGeom>
              <a:avLst/>
              <a:gdLst/>
              <a:ahLst/>
              <a:cxnLst/>
              <a:rect l="l" t="t" r="r" b="b"/>
              <a:pathLst>
                <a:path w="6141" h="457" extrusionOk="0">
                  <a:moveTo>
                    <a:pt x="213" y="0"/>
                  </a:moveTo>
                  <a:cubicBezTo>
                    <a:pt x="61" y="0"/>
                    <a:pt x="0" y="122"/>
                    <a:pt x="0" y="243"/>
                  </a:cubicBezTo>
                  <a:cubicBezTo>
                    <a:pt x="0" y="365"/>
                    <a:pt x="92" y="456"/>
                    <a:pt x="213" y="456"/>
                  </a:cubicBezTo>
                  <a:lnTo>
                    <a:pt x="5928" y="456"/>
                  </a:lnTo>
                  <a:cubicBezTo>
                    <a:pt x="6080" y="456"/>
                    <a:pt x="6140" y="365"/>
                    <a:pt x="6140" y="243"/>
                  </a:cubicBezTo>
                  <a:cubicBezTo>
                    <a:pt x="6140" y="91"/>
                    <a:pt x="6049" y="0"/>
                    <a:pt x="5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9"/>
            <p:cNvSpPr/>
            <p:nvPr/>
          </p:nvSpPr>
          <p:spPr>
            <a:xfrm>
              <a:off x="3011725" y="1896875"/>
              <a:ext cx="153525" cy="11425"/>
            </a:xfrm>
            <a:custGeom>
              <a:avLst/>
              <a:gdLst/>
              <a:ahLst/>
              <a:cxnLst/>
              <a:rect l="l" t="t" r="r" b="b"/>
              <a:pathLst>
                <a:path w="6141" h="457" extrusionOk="0">
                  <a:moveTo>
                    <a:pt x="213" y="1"/>
                  </a:moveTo>
                  <a:cubicBezTo>
                    <a:pt x="61" y="1"/>
                    <a:pt x="0" y="122"/>
                    <a:pt x="0" y="244"/>
                  </a:cubicBezTo>
                  <a:cubicBezTo>
                    <a:pt x="0" y="335"/>
                    <a:pt x="92" y="457"/>
                    <a:pt x="213" y="457"/>
                  </a:cubicBezTo>
                  <a:lnTo>
                    <a:pt x="5928" y="457"/>
                  </a:lnTo>
                  <a:cubicBezTo>
                    <a:pt x="6080" y="457"/>
                    <a:pt x="6140" y="335"/>
                    <a:pt x="6140" y="244"/>
                  </a:cubicBezTo>
                  <a:cubicBezTo>
                    <a:pt x="6140" y="122"/>
                    <a:pt x="6049" y="1"/>
                    <a:pt x="5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9"/>
            <p:cNvSpPr/>
            <p:nvPr/>
          </p:nvSpPr>
          <p:spPr>
            <a:xfrm>
              <a:off x="3011725" y="1918925"/>
              <a:ext cx="153525" cy="11425"/>
            </a:xfrm>
            <a:custGeom>
              <a:avLst/>
              <a:gdLst/>
              <a:ahLst/>
              <a:cxnLst/>
              <a:rect l="l" t="t" r="r" b="b"/>
              <a:pathLst>
                <a:path w="6141" h="457" extrusionOk="0">
                  <a:moveTo>
                    <a:pt x="213" y="0"/>
                  </a:moveTo>
                  <a:cubicBezTo>
                    <a:pt x="61" y="0"/>
                    <a:pt x="0" y="122"/>
                    <a:pt x="0" y="213"/>
                  </a:cubicBezTo>
                  <a:cubicBezTo>
                    <a:pt x="0" y="334"/>
                    <a:pt x="92" y="456"/>
                    <a:pt x="213" y="456"/>
                  </a:cubicBezTo>
                  <a:lnTo>
                    <a:pt x="5928" y="456"/>
                  </a:lnTo>
                  <a:cubicBezTo>
                    <a:pt x="6080" y="456"/>
                    <a:pt x="6140" y="334"/>
                    <a:pt x="6140" y="213"/>
                  </a:cubicBezTo>
                  <a:cubicBezTo>
                    <a:pt x="6140" y="61"/>
                    <a:pt x="6049" y="0"/>
                    <a:pt x="5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9"/>
            <p:cNvSpPr/>
            <p:nvPr/>
          </p:nvSpPr>
          <p:spPr>
            <a:xfrm>
              <a:off x="3012475" y="1940950"/>
              <a:ext cx="154300" cy="11425"/>
            </a:xfrm>
            <a:custGeom>
              <a:avLst/>
              <a:gdLst/>
              <a:ahLst/>
              <a:cxnLst/>
              <a:rect l="l" t="t" r="r" b="b"/>
              <a:pathLst>
                <a:path w="6172" h="457" extrusionOk="0">
                  <a:moveTo>
                    <a:pt x="244" y="1"/>
                  </a:moveTo>
                  <a:cubicBezTo>
                    <a:pt x="92" y="1"/>
                    <a:pt x="1" y="92"/>
                    <a:pt x="1" y="213"/>
                  </a:cubicBezTo>
                  <a:cubicBezTo>
                    <a:pt x="1" y="335"/>
                    <a:pt x="122" y="457"/>
                    <a:pt x="244" y="457"/>
                  </a:cubicBezTo>
                  <a:lnTo>
                    <a:pt x="5928" y="457"/>
                  </a:lnTo>
                  <a:cubicBezTo>
                    <a:pt x="6080" y="457"/>
                    <a:pt x="6171" y="335"/>
                    <a:pt x="6171" y="213"/>
                  </a:cubicBezTo>
                  <a:cubicBezTo>
                    <a:pt x="6171" y="92"/>
                    <a:pt x="6050" y="1"/>
                    <a:pt x="5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9"/>
            <p:cNvSpPr/>
            <p:nvPr/>
          </p:nvSpPr>
          <p:spPr>
            <a:xfrm>
              <a:off x="2939525" y="1430300"/>
              <a:ext cx="156575" cy="157325"/>
            </a:xfrm>
            <a:custGeom>
              <a:avLst/>
              <a:gdLst/>
              <a:ahLst/>
              <a:cxnLst/>
              <a:rect l="l" t="t" r="r" b="b"/>
              <a:pathLst>
                <a:path w="6263" h="6293" extrusionOk="0">
                  <a:moveTo>
                    <a:pt x="6019" y="1"/>
                  </a:moveTo>
                  <a:cubicBezTo>
                    <a:pt x="2736" y="1"/>
                    <a:pt x="1" y="2706"/>
                    <a:pt x="1" y="6050"/>
                  </a:cubicBezTo>
                  <a:cubicBezTo>
                    <a:pt x="1" y="6201"/>
                    <a:pt x="122" y="6293"/>
                    <a:pt x="214" y="6293"/>
                  </a:cubicBezTo>
                  <a:cubicBezTo>
                    <a:pt x="366" y="6293"/>
                    <a:pt x="457" y="6171"/>
                    <a:pt x="457" y="6050"/>
                  </a:cubicBezTo>
                  <a:cubicBezTo>
                    <a:pt x="457" y="3010"/>
                    <a:pt x="2919" y="487"/>
                    <a:pt x="5989" y="487"/>
                  </a:cubicBezTo>
                  <a:cubicBezTo>
                    <a:pt x="6141" y="457"/>
                    <a:pt x="6262" y="366"/>
                    <a:pt x="6262" y="244"/>
                  </a:cubicBezTo>
                  <a:cubicBezTo>
                    <a:pt x="6262" y="92"/>
                    <a:pt x="6141" y="1"/>
                    <a:pt x="6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9"/>
            <p:cNvSpPr/>
            <p:nvPr/>
          </p:nvSpPr>
          <p:spPr>
            <a:xfrm>
              <a:off x="2730575" y="1962225"/>
              <a:ext cx="721900" cy="183925"/>
            </a:xfrm>
            <a:custGeom>
              <a:avLst/>
              <a:gdLst/>
              <a:ahLst/>
              <a:cxnLst/>
              <a:rect l="l" t="t" r="r" b="b"/>
              <a:pathLst>
                <a:path w="28876" h="7357" extrusionOk="0">
                  <a:moveTo>
                    <a:pt x="15958" y="457"/>
                  </a:moveTo>
                  <a:cubicBezTo>
                    <a:pt x="15958" y="1338"/>
                    <a:pt x="15228" y="2068"/>
                    <a:pt x="14347" y="2068"/>
                  </a:cubicBezTo>
                  <a:cubicBezTo>
                    <a:pt x="13496" y="2068"/>
                    <a:pt x="12766" y="1338"/>
                    <a:pt x="12736" y="457"/>
                  </a:cubicBezTo>
                  <a:close/>
                  <a:moveTo>
                    <a:pt x="4894" y="5138"/>
                  </a:moveTo>
                  <a:cubicBezTo>
                    <a:pt x="5380" y="5138"/>
                    <a:pt x="5775" y="5563"/>
                    <a:pt x="5775" y="6019"/>
                  </a:cubicBezTo>
                  <a:cubicBezTo>
                    <a:pt x="5775" y="6475"/>
                    <a:pt x="5350" y="6840"/>
                    <a:pt x="4894" y="6900"/>
                  </a:cubicBezTo>
                  <a:cubicBezTo>
                    <a:pt x="4407" y="6900"/>
                    <a:pt x="4012" y="6475"/>
                    <a:pt x="4012" y="6019"/>
                  </a:cubicBezTo>
                  <a:cubicBezTo>
                    <a:pt x="4012" y="5533"/>
                    <a:pt x="4438" y="5138"/>
                    <a:pt x="4894" y="5138"/>
                  </a:cubicBezTo>
                  <a:close/>
                  <a:moveTo>
                    <a:pt x="14347" y="5138"/>
                  </a:moveTo>
                  <a:cubicBezTo>
                    <a:pt x="14864" y="5138"/>
                    <a:pt x="15228" y="5563"/>
                    <a:pt x="15228" y="6019"/>
                  </a:cubicBezTo>
                  <a:cubicBezTo>
                    <a:pt x="15228" y="6475"/>
                    <a:pt x="14864" y="6840"/>
                    <a:pt x="14347" y="6900"/>
                  </a:cubicBezTo>
                  <a:cubicBezTo>
                    <a:pt x="13861" y="6900"/>
                    <a:pt x="13496" y="6475"/>
                    <a:pt x="13496" y="6019"/>
                  </a:cubicBezTo>
                  <a:cubicBezTo>
                    <a:pt x="13496" y="5533"/>
                    <a:pt x="13891" y="5138"/>
                    <a:pt x="14347" y="5138"/>
                  </a:cubicBezTo>
                  <a:close/>
                  <a:moveTo>
                    <a:pt x="23830" y="5138"/>
                  </a:moveTo>
                  <a:cubicBezTo>
                    <a:pt x="24317" y="5138"/>
                    <a:pt x="24681" y="5563"/>
                    <a:pt x="24681" y="6019"/>
                  </a:cubicBezTo>
                  <a:cubicBezTo>
                    <a:pt x="24681" y="6475"/>
                    <a:pt x="24317" y="6840"/>
                    <a:pt x="23830" y="6900"/>
                  </a:cubicBezTo>
                  <a:cubicBezTo>
                    <a:pt x="23314" y="6900"/>
                    <a:pt x="22949" y="6475"/>
                    <a:pt x="22949" y="6019"/>
                  </a:cubicBezTo>
                  <a:cubicBezTo>
                    <a:pt x="22949" y="5533"/>
                    <a:pt x="23374" y="5138"/>
                    <a:pt x="23830" y="5138"/>
                  </a:cubicBezTo>
                  <a:close/>
                  <a:moveTo>
                    <a:pt x="12584" y="1"/>
                  </a:moveTo>
                  <a:cubicBezTo>
                    <a:pt x="12462" y="1"/>
                    <a:pt x="12341" y="92"/>
                    <a:pt x="12341" y="244"/>
                  </a:cubicBezTo>
                  <a:lnTo>
                    <a:pt x="12341" y="457"/>
                  </a:lnTo>
                  <a:cubicBezTo>
                    <a:pt x="12341" y="1520"/>
                    <a:pt x="13131" y="2432"/>
                    <a:pt x="14195" y="2554"/>
                  </a:cubicBezTo>
                  <a:lnTo>
                    <a:pt x="14195" y="4712"/>
                  </a:lnTo>
                  <a:cubicBezTo>
                    <a:pt x="13678" y="4803"/>
                    <a:pt x="13253" y="5259"/>
                    <a:pt x="13131" y="5776"/>
                  </a:cubicBezTo>
                  <a:lnTo>
                    <a:pt x="6262" y="5776"/>
                  </a:lnTo>
                  <a:cubicBezTo>
                    <a:pt x="6140" y="5138"/>
                    <a:pt x="5623" y="4682"/>
                    <a:pt x="4985" y="4682"/>
                  </a:cubicBezTo>
                  <a:cubicBezTo>
                    <a:pt x="4316" y="4682"/>
                    <a:pt x="3800" y="5168"/>
                    <a:pt x="3678" y="5776"/>
                  </a:cubicBezTo>
                  <a:lnTo>
                    <a:pt x="213" y="5776"/>
                  </a:lnTo>
                  <a:cubicBezTo>
                    <a:pt x="122" y="5776"/>
                    <a:pt x="0" y="5897"/>
                    <a:pt x="0" y="6019"/>
                  </a:cubicBezTo>
                  <a:cubicBezTo>
                    <a:pt x="0" y="6141"/>
                    <a:pt x="122" y="6232"/>
                    <a:pt x="213" y="6232"/>
                  </a:cubicBezTo>
                  <a:lnTo>
                    <a:pt x="3678" y="6232"/>
                  </a:lnTo>
                  <a:cubicBezTo>
                    <a:pt x="3800" y="6900"/>
                    <a:pt x="4316" y="7356"/>
                    <a:pt x="4985" y="7356"/>
                  </a:cubicBezTo>
                  <a:cubicBezTo>
                    <a:pt x="5623" y="7356"/>
                    <a:pt x="6140" y="6840"/>
                    <a:pt x="6262" y="6232"/>
                  </a:cubicBezTo>
                  <a:lnTo>
                    <a:pt x="13131" y="6232"/>
                  </a:lnTo>
                  <a:cubicBezTo>
                    <a:pt x="13253" y="6900"/>
                    <a:pt x="13800" y="7356"/>
                    <a:pt x="14438" y="7356"/>
                  </a:cubicBezTo>
                  <a:cubicBezTo>
                    <a:pt x="15076" y="7356"/>
                    <a:pt x="15593" y="6840"/>
                    <a:pt x="15715" y="6232"/>
                  </a:cubicBezTo>
                  <a:lnTo>
                    <a:pt x="22614" y="6232"/>
                  </a:lnTo>
                  <a:cubicBezTo>
                    <a:pt x="22706" y="6900"/>
                    <a:pt x="23253" y="7356"/>
                    <a:pt x="23891" y="7356"/>
                  </a:cubicBezTo>
                  <a:cubicBezTo>
                    <a:pt x="24529" y="7356"/>
                    <a:pt x="25077" y="6840"/>
                    <a:pt x="25168" y="6232"/>
                  </a:cubicBezTo>
                  <a:lnTo>
                    <a:pt x="28633" y="6232"/>
                  </a:lnTo>
                  <a:cubicBezTo>
                    <a:pt x="28754" y="6232"/>
                    <a:pt x="28876" y="6141"/>
                    <a:pt x="28876" y="6019"/>
                  </a:cubicBezTo>
                  <a:cubicBezTo>
                    <a:pt x="28876" y="5867"/>
                    <a:pt x="28754" y="5776"/>
                    <a:pt x="28633" y="5745"/>
                  </a:cubicBezTo>
                  <a:lnTo>
                    <a:pt x="25198" y="5745"/>
                  </a:lnTo>
                  <a:cubicBezTo>
                    <a:pt x="25077" y="5107"/>
                    <a:pt x="24529" y="4651"/>
                    <a:pt x="23891" y="4651"/>
                  </a:cubicBezTo>
                  <a:cubicBezTo>
                    <a:pt x="23253" y="4651"/>
                    <a:pt x="22706" y="5138"/>
                    <a:pt x="22614" y="5745"/>
                  </a:cubicBezTo>
                  <a:lnTo>
                    <a:pt x="15715" y="5745"/>
                  </a:lnTo>
                  <a:cubicBezTo>
                    <a:pt x="15654" y="5229"/>
                    <a:pt x="15198" y="4803"/>
                    <a:pt x="14651" y="4682"/>
                  </a:cubicBezTo>
                  <a:lnTo>
                    <a:pt x="14651" y="2554"/>
                  </a:lnTo>
                  <a:cubicBezTo>
                    <a:pt x="15684" y="2432"/>
                    <a:pt x="16535" y="1520"/>
                    <a:pt x="16535" y="457"/>
                  </a:cubicBezTo>
                  <a:lnTo>
                    <a:pt x="16535" y="244"/>
                  </a:lnTo>
                  <a:cubicBezTo>
                    <a:pt x="16535" y="122"/>
                    <a:pt x="16444" y="1"/>
                    <a:pt x="16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9"/>
            <p:cNvSpPr/>
            <p:nvPr/>
          </p:nvSpPr>
          <p:spPr>
            <a:xfrm>
              <a:off x="2862775" y="1910550"/>
              <a:ext cx="83625" cy="83625"/>
            </a:xfrm>
            <a:custGeom>
              <a:avLst/>
              <a:gdLst/>
              <a:ahLst/>
              <a:cxnLst/>
              <a:rect l="l" t="t" r="r" b="b"/>
              <a:pathLst>
                <a:path w="3345" h="3345" extrusionOk="0">
                  <a:moveTo>
                    <a:pt x="1673" y="1"/>
                  </a:moveTo>
                  <a:cubicBezTo>
                    <a:pt x="1551" y="1"/>
                    <a:pt x="1430" y="92"/>
                    <a:pt x="1430" y="214"/>
                  </a:cubicBezTo>
                  <a:lnTo>
                    <a:pt x="1430" y="1429"/>
                  </a:lnTo>
                  <a:lnTo>
                    <a:pt x="214" y="1429"/>
                  </a:lnTo>
                  <a:cubicBezTo>
                    <a:pt x="92" y="1429"/>
                    <a:pt x="1" y="1551"/>
                    <a:pt x="1" y="1673"/>
                  </a:cubicBezTo>
                  <a:cubicBezTo>
                    <a:pt x="1" y="1764"/>
                    <a:pt x="92" y="1885"/>
                    <a:pt x="214" y="1885"/>
                  </a:cubicBezTo>
                  <a:lnTo>
                    <a:pt x="1430" y="1885"/>
                  </a:lnTo>
                  <a:lnTo>
                    <a:pt x="1430" y="3101"/>
                  </a:lnTo>
                  <a:cubicBezTo>
                    <a:pt x="1430" y="3223"/>
                    <a:pt x="1521" y="3344"/>
                    <a:pt x="1673" y="3344"/>
                  </a:cubicBezTo>
                  <a:cubicBezTo>
                    <a:pt x="1764" y="3344"/>
                    <a:pt x="1885" y="3223"/>
                    <a:pt x="1885" y="3101"/>
                  </a:cubicBezTo>
                  <a:lnTo>
                    <a:pt x="1885" y="1885"/>
                  </a:lnTo>
                  <a:lnTo>
                    <a:pt x="3101" y="1885"/>
                  </a:lnTo>
                  <a:cubicBezTo>
                    <a:pt x="3223" y="1885"/>
                    <a:pt x="3344" y="1764"/>
                    <a:pt x="3344" y="1673"/>
                  </a:cubicBezTo>
                  <a:cubicBezTo>
                    <a:pt x="3344" y="1551"/>
                    <a:pt x="3223" y="1429"/>
                    <a:pt x="3101" y="1429"/>
                  </a:cubicBezTo>
                  <a:lnTo>
                    <a:pt x="1885" y="1429"/>
                  </a:lnTo>
                  <a:lnTo>
                    <a:pt x="1885" y="214"/>
                  </a:lnTo>
                  <a:cubicBezTo>
                    <a:pt x="1885" y="92"/>
                    <a:pt x="1764" y="1"/>
                    <a:pt x="1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1" name="Google Shape;2091;p49"/>
          <p:cNvGrpSpPr/>
          <p:nvPr/>
        </p:nvGrpSpPr>
        <p:grpSpPr>
          <a:xfrm>
            <a:off x="1394174" y="2648992"/>
            <a:ext cx="325353" cy="463495"/>
            <a:chOff x="2120375" y="4336125"/>
            <a:chExt cx="253075" cy="360500"/>
          </a:xfrm>
        </p:grpSpPr>
        <p:sp>
          <p:nvSpPr>
            <p:cNvPr id="2092" name="Google Shape;2092;p49"/>
            <p:cNvSpPr/>
            <p:nvPr/>
          </p:nvSpPr>
          <p:spPr>
            <a:xfrm>
              <a:off x="2120375" y="4336125"/>
              <a:ext cx="253075" cy="360500"/>
            </a:xfrm>
            <a:custGeom>
              <a:avLst/>
              <a:gdLst/>
              <a:ahLst/>
              <a:cxnLst/>
              <a:rect l="l" t="t" r="r" b="b"/>
              <a:pathLst>
                <a:path w="10123" h="14420" extrusionOk="0">
                  <a:moveTo>
                    <a:pt x="5076" y="456"/>
                  </a:moveTo>
                  <a:cubicBezTo>
                    <a:pt x="7599" y="456"/>
                    <a:pt x="9666" y="2554"/>
                    <a:pt x="9666" y="5046"/>
                  </a:cubicBezTo>
                  <a:cubicBezTo>
                    <a:pt x="9666" y="7295"/>
                    <a:pt x="5927" y="12584"/>
                    <a:pt x="5076" y="13800"/>
                  </a:cubicBezTo>
                  <a:cubicBezTo>
                    <a:pt x="4195" y="12584"/>
                    <a:pt x="517" y="7295"/>
                    <a:pt x="517" y="5046"/>
                  </a:cubicBezTo>
                  <a:cubicBezTo>
                    <a:pt x="517" y="2554"/>
                    <a:pt x="2554" y="487"/>
                    <a:pt x="5076" y="456"/>
                  </a:cubicBezTo>
                  <a:close/>
                  <a:moveTo>
                    <a:pt x="5076" y="0"/>
                  </a:moveTo>
                  <a:cubicBezTo>
                    <a:pt x="2280" y="0"/>
                    <a:pt x="0" y="2280"/>
                    <a:pt x="0" y="5046"/>
                  </a:cubicBezTo>
                  <a:cubicBezTo>
                    <a:pt x="0" y="7751"/>
                    <a:pt x="4681" y="14074"/>
                    <a:pt x="4864" y="14317"/>
                  </a:cubicBezTo>
                  <a:cubicBezTo>
                    <a:pt x="4909" y="14385"/>
                    <a:pt x="4955" y="14419"/>
                    <a:pt x="5013" y="14419"/>
                  </a:cubicBezTo>
                  <a:cubicBezTo>
                    <a:pt x="5033" y="14419"/>
                    <a:pt x="5054" y="14416"/>
                    <a:pt x="5076" y="14408"/>
                  </a:cubicBezTo>
                  <a:cubicBezTo>
                    <a:pt x="5137" y="14408"/>
                    <a:pt x="5228" y="14408"/>
                    <a:pt x="5259" y="14317"/>
                  </a:cubicBezTo>
                  <a:cubicBezTo>
                    <a:pt x="5441" y="14074"/>
                    <a:pt x="10122" y="7751"/>
                    <a:pt x="10122" y="5046"/>
                  </a:cubicBezTo>
                  <a:cubicBezTo>
                    <a:pt x="10122" y="2280"/>
                    <a:pt x="7842" y="0"/>
                    <a:pt x="5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9"/>
            <p:cNvSpPr/>
            <p:nvPr/>
          </p:nvSpPr>
          <p:spPr>
            <a:xfrm>
              <a:off x="2184200" y="4399950"/>
              <a:ext cx="125400" cy="125400"/>
            </a:xfrm>
            <a:custGeom>
              <a:avLst/>
              <a:gdLst/>
              <a:ahLst/>
              <a:cxnLst/>
              <a:rect l="l" t="t" r="r" b="b"/>
              <a:pathLst>
                <a:path w="5016" h="5016" extrusionOk="0">
                  <a:moveTo>
                    <a:pt x="2523" y="457"/>
                  </a:moveTo>
                  <a:cubicBezTo>
                    <a:pt x="3648" y="457"/>
                    <a:pt x="4560" y="1368"/>
                    <a:pt x="4560" y="2493"/>
                  </a:cubicBezTo>
                  <a:cubicBezTo>
                    <a:pt x="4560" y="3648"/>
                    <a:pt x="3648" y="4560"/>
                    <a:pt x="2523" y="4560"/>
                  </a:cubicBezTo>
                  <a:cubicBezTo>
                    <a:pt x="1368" y="4560"/>
                    <a:pt x="456" y="3648"/>
                    <a:pt x="456" y="2493"/>
                  </a:cubicBezTo>
                  <a:cubicBezTo>
                    <a:pt x="456" y="1368"/>
                    <a:pt x="1368" y="457"/>
                    <a:pt x="2523" y="457"/>
                  </a:cubicBezTo>
                  <a:close/>
                  <a:moveTo>
                    <a:pt x="2523" y="1"/>
                  </a:moveTo>
                  <a:cubicBezTo>
                    <a:pt x="1156" y="1"/>
                    <a:pt x="1" y="1095"/>
                    <a:pt x="1" y="2493"/>
                  </a:cubicBezTo>
                  <a:cubicBezTo>
                    <a:pt x="1" y="3861"/>
                    <a:pt x="1095" y="5016"/>
                    <a:pt x="2523" y="5016"/>
                  </a:cubicBezTo>
                  <a:cubicBezTo>
                    <a:pt x="3922" y="5016"/>
                    <a:pt x="5016" y="3861"/>
                    <a:pt x="5016" y="2493"/>
                  </a:cubicBezTo>
                  <a:cubicBezTo>
                    <a:pt x="5016" y="1125"/>
                    <a:pt x="3922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4" name="Google Shape;2094;p49"/>
          <p:cNvGrpSpPr/>
          <p:nvPr/>
        </p:nvGrpSpPr>
        <p:grpSpPr>
          <a:xfrm>
            <a:off x="2947409" y="2431050"/>
            <a:ext cx="619402" cy="899379"/>
            <a:chOff x="1694075" y="2303025"/>
            <a:chExt cx="481800" cy="699525"/>
          </a:xfrm>
        </p:grpSpPr>
        <p:sp>
          <p:nvSpPr>
            <p:cNvPr id="2095" name="Google Shape;2095;p49"/>
            <p:cNvSpPr/>
            <p:nvPr/>
          </p:nvSpPr>
          <p:spPr>
            <a:xfrm>
              <a:off x="1786025" y="2303025"/>
              <a:ext cx="389850" cy="460150"/>
            </a:xfrm>
            <a:custGeom>
              <a:avLst/>
              <a:gdLst/>
              <a:ahLst/>
              <a:cxnLst/>
              <a:rect l="l" t="t" r="r" b="b"/>
              <a:pathLst>
                <a:path w="15594" h="18406" extrusionOk="0">
                  <a:moveTo>
                    <a:pt x="14833" y="381"/>
                  </a:moveTo>
                  <a:cubicBezTo>
                    <a:pt x="14894" y="381"/>
                    <a:pt x="14985" y="381"/>
                    <a:pt x="15016" y="442"/>
                  </a:cubicBezTo>
                  <a:cubicBezTo>
                    <a:pt x="15046" y="472"/>
                    <a:pt x="15137" y="563"/>
                    <a:pt x="15137" y="624"/>
                  </a:cubicBezTo>
                  <a:cubicBezTo>
                    <a:pt x="15168" y="685"/>
                    <a:pt x="15137" y="776"/>
                    <a:pt x="15107" y="837"/>
                  </a:cubicBezTo>
                  <a:cubicBezTo>
                    <a:pt x="15046" y="898"/>
                    <a:pt x="14985" y="959"/>
                    <a:pt x="14894" y="959"/>
                  </a:cubicBezTo>
                  <a:cubicBezTo>
                    <a:pt x="14876" y="967"/>
                    <a:pt x="14856" y="971"/>
                    <a:pt x="14834" y="971"/>
                  </a:cubicBezTo>
                  <a:cubicBezTo>
                    <a:pt x="14782" y="971"/>
                    <a:pt x="14724" y="950"/>
                    <a:pt x="14681" y="928"/>
                  </a:cubicBezTo>
                  <a:cubicBezTo>
                    <a:pt x="14560" y="807"/>
                    <a:pt x="14529" y="624"/>
                    <a:pt x="14560" y="503"/>
                  </a:cubicBezTo>
                  <a:cubicBezTo>
                    <a:pt x="14621" y="442"/>
                    <a:pt x="14742" y="381"/>
                    <a:pt x="14833" y="381"/>
                  </a:cubicBezTo>
                  <a:close/>
                  <a:moveTo>
                    <a:pt x="13526" y="2600"/>
                  </a:moveTo>
                  <a:cubicBezTo>
                    <a:pt x="13800" y="3360"/>
                    <a:pt x="13921" y="4120"/>
                    <a:pt x="13921" y="4880"/>
                  </a:cubicBezTo>
                  <a:lnTo>
                    <a:pt x="11247" y="3025"/>
                  </a:lnTo>
                  <a:cubicBezTo>
                    <a:pt x="11976" y="2752"/>
                    <a:pt x="12736" y="2630"/>
                    <a:pt x="13526" y="2600"/>
                  </a:cubicBezTo>
                  <a:close/>
                  <a:moveTo>
                    <a:pt x="5259" y="8254"/>
                  </a:moveTo>
                  <a:lnTo>
                    <a:pt x="2098" y="12752"/>
                  </a:lnTo>
                  <a:lnTo>
                    <a:pt x="608" y="11719"/>
                  </a:lnTo>
                  <a:lnTo>
                    <a:pt x="1368" y="10624"/>
                  </a:lnTo>
                  <a:cubicBezTo>
                    <a:pt x="2280" y="9317"/>
                    <a:pt x="3708" y="8497"/>
                    <a:pt x="5259" y="8254"/>
                  </a:cubicBezTo>
                  <a:close/>
                  <a:moveTo>
                    <a:pt x="8085" y="10016"/>
                  </a:moveTo>
                  <a:cubicBezTo>
                    <a:pt x="8146" y="10016"/>
                    <a:pt x="8207" y="10016"/>
                    <a:pt x="8237" y="10047"/>
                  </a:cubicBezTo>
                  <a:lnTo>
                    <a:pt x="8359" y="10138"/>
                  </a:lnTo>
                  <a:cubicBezTo>
                    <a:pt x="8389" y="10168"/>
                    <a:pt x="8450" y="10199"/>
                    <a:pt x="8450" y="10290"/>
                  </a:cubicBezTo>
                  <a:cubicBezTo>
                    <a:pt x="8450" y="10320"/>
                    <a:pt x="8450" y="10381"/>
                    <a:pt x="8389" y="10442"/>
                  </a:cubicBezTo>
                  <a:lnTo>
                    <a:pt x="5259" y="14941"/>
                  </a:lnTo>
                  <a:lnTo>
                    <a:pt x="4742" y="14606"/>
                  </a:lnTo>
                  <a:lnTo>
                    <a:pt x="7933" y="10077"/>
                  </a:lnTo>
                  <a:cubicBezTo>
                    <a:pt x="7994" y="10047"/>
                    <a:pt x="8025" y="10016"/>
                    <a:pt x="8085" y="10016"/>
                  </a:cubicBezTo>
                  <a:close/>
                  <a:moveTo>
                    <a:pt x="10730" y="3208"/>
                  </a:moveTo>
                  <a:lnTo>
                    <a:pt x="13891" y="5427"/>
                  </a:lnTo>
                  <a:cubicBezTo>
                    <a:pt x="13800" y="6734"/>
                    <a:pt x="13344" y="8071"/>
                    <a:pt x="12554" y="9226"/>
                  </a:cubicBezTo>
                  <a:lnTo>
                    <a:pt x="10882" y="11567"/>
                  </a:lnTo>
                  <a:lnTo>
                    <a:pt x="8389" y="15093"/>
                  </a:lnTo>
                  <a:lnTo>
                    <a:pt x="8177" y="15457"/>
                  </a:lnTo>
                  <a:lnTo>
                    <a:pt x="6353" y="14181"/>
                  </a:lnTo>
                  <a:lnTo>
                    <a:pt x="8785" y="10685"/>
                  </a:lnTo>
                  <a:cubicBezTo>
                    <a:pt x="8906" y="10533"/>
                    <a:pt x="8937" y="10351"/>
                    <a:pt x="8906" y="10168"/>
                  </a:cubicBezTo>
                  <a:cubicBezTo>
                    <a:pt x="8876" y="9986"/>
                    <a:pt x="8754" y="9834"/>
                    <a:pt x="8602" y="9712"/>
                  </a:cubicBezTo>
                  <a:lnTo>
                    <a:pt x="8481" y="9621"/>
                  </a:lnTo>
                  <a:cubicBezTo>
                    <a:pt x="8371" y="9556"/>
                    <a:pt x="8246" y="9506"/>
                    <a:pt x="8116" y="9506"/>
                  </a:cubicBezTo>
                  <a:cubicBezTo>
                    <a:pt x="8066" y="9506"/>
                    <a:pt x="8015" y="9513"/>
                    <a:pt x="7964" y="9530"/>
                  </a:cubicBezTo>
                  <a:cubicBezTo>
                    <a:pt x="7751" y="9530"/>
                    <a:pt x="7599" y="9621"/>
                    <a:pt x="7508" y="9773"/>
                  </a:cubicBezTo>
                  <a:lnTo>
                    <a:pt x="5076" y="13269"/>
                  </a:lnTo>
                  <a:lnTo>
                    <a:pt x="3253" y="11992"/>
                  </a:lnTo>
                  <a:lnTo>
                    <a:pt x="3465" y="11658"/>
                  </a:lnTo>
                  <a:lnTo>
                    <a:pt x="5745" y="8405"/>
                  </a:lnTo>
                  <a:lnTo>
                    <a:pt x="7599" y="5761"/>
                  </a:lnTo>
                  <a:cubicBezTo>
                    <a:pt x="8389" y="4606"/>
                    <a:pt x="9453" y="3755"/>
                    <a:pt x="10730" y="3208"/>
                  </a:cubicBezTo>
                  <a:close/>
                  <a:moveTo>
                    <a:pt x="10943" y="12296"/>
                  </a:moveTo>
                  <a:lnTo>
                    <a:pt x="10943" y="12296"/>
                  </a:lnTo>
                  <a:cubicBezTo>
                    <a:pt x="11307" y="13846"/>
                    <a:pt x="11003" y="15396"/>
                    <a:pt x="10031" y="16703"/>
                  </a:cubicBezTo>
                  <a:lnTo>
                    <a:pt x="9271" y="17798"/>
                  </a:lnTo>
                  <a:lnTo>
                    <a:pt x="7812" y="16764"/>
                  </a:lnTo>
                  <a:lnTo>
                    <a:pt x="10943" y="12296"/>
                  </a:lnTo>
                  <a:close/>
                  <a:moveTo>
                    <a:pt x="14799" y="1"/>
                  </a:moveTo>
                  <a:cubicBezTo>
                    <a:pt x="14557" y="1"/>
                    <a:pt x="14314" y="114"/>
                    <a:pt x="14165" y="320"/>
                  </a:cubicBezTo>
                  <a:cubicBezTo>
                    <a:pt x="13952" y="624"/>
                    <a:pt x="13982" y="959"/>
                    <a:pt x="14165" y="1232"/>
                  </a:cubicBezTo>
                  <a:lnTo>
                    <a:pt x="13496" y="2235"/>
                  </a:lnTo>
                  <a:cubicBezTo>
                    <a:pt x="12493" y="2266"/>
                    <a:pt x="11520" y="2448"/>
                    <a:pt x="10608" y="2843"/>
                  </a:cubicBezTo>
                  <a:lnTo>
                    <a:pt x="10578" y="2843"/>
                  </a:lnTo>
                  <a:cubicBezTo>
                    <a:pt x="9210" y="3390"/>
                    <a:pt x="8025" y="4363"/>
                    <a:pt x="7143" y="5548"/>
                  </a:cubicBezTo>
                  <a:lnTo>
                    <a:pt x="5563" y="7828"/>
                  </a:lnTo>
                  <a:cubicBezTo>
                    <a:pt x="3678" y="7950"/>
                    <a:pt x="2006" y="8922"/>
                    <a:pt x="942" y="10442"/>
                  </a:cubicBezTo>
                  <a:lnTo>
                    <a:pt x="31" y="11719"/>
                  </a:lnTo>
                  <a:cubicBezTo>
                    <a:pt x="0" y="11810"/>
                    <a:pt x="0" y="11840"/>
                    <a:pt x="0" y="11901"/>
                  </a:cubicBezTo>
                  <a:cubicBezTo>
                    <a:pt x="31" y="11992"/>
                    <a:pt x="91" y="12023"/>
                    <a:pt x="122" y="12053"/>
                  </a:cubicBezTo>
                  <a:lnTo>
                    <a:pt x="1976" y="13360"/>
                  </a:lnTo>
                  <a:cubicBezTo>
                    <a:pt x="2067" y="13390"/>
                    <a:pt x="2098" y="13390"/>
                    <a:pt x="2128" y="13390"/>
                  </a:cubicBezTo>
                  <a:cubicBezTo>
                    <a:pt x="2219" y="13390"/>
                    <a:pt x="2280" y="13360"/>
                    <a:pt x="2310" y="13269"/>
                  </a:cubicBezTo>
                  <a:lnTo>
                    <a:pt x="2918" y="12418"/>
                  </a:lnTo>
                  <a:lnTo>
                    <a:pt x="4742" y="13694"/>
                  </a:lnTo>
                  <a:lnTo>
                    <a:pt x="4134" y="14576"/>
                  </a:lnTo>
                  <a:cubicBezTo>
                    <a:pt x="4104" y="14697"/>
                    <a:pt x="4104" y="14849"/>
                    <a:pt x="4225" y="14910"/>
                  </a:cubicBezTo>
                  <a:lnTo>
                    <a:pt x="5107" y="15518"/>
                  </a:lnTo>
                  <a:cubicBezTo>
                    <a:pt x="5167" y="15548"/>
                    <a:pt x="5198" y="15548"/>
                    <a:pt x="5259" y="15548"/>
                  </a:cubicBezTo>
                  <a:lnTo>
                    <a:pt x="5289" y="15548"/>
                  </a:lnTo>
                  <a:cubicBezTo>
                    <a:pt x="5350" y="15518"/>
                    <a:pt x="5411" y="15488"/>
                    <a:pt x="5441" y="15457"/>
                  </a:cubicBezTo>
                  <a:lnTo>
                    <a:pt x="6049" y="14576"/>
                  </a:lnTo>
                  <a:lnTo>
                    <a:pt x="7873" y="15852"/>
                  </a:lnTo>
                  <a:lnTo>
                    <a:pt x="7265" y="16734"/>
                  </a:lnTo>
                  <a:cubicBezTo>
                    <a:pt x="7234" y="16795"/>
                    <a:pt x="7234" y="16855"/>
                    <a:pt x="7234" y="16916"/>
                  </a:cubicBezTo>
                  <a:cubicBezTo>
                    <a:pt x="7265" y="17007"/>
                    <a:pt x="7295" y="17038"/>
                    <a:pt x="7326" y="17068"/>
                  </a:cubicBezTo>
                  <a:lnTo>
                    <a:pt x="9210" y="18375"/>
                  </a:lnTo>
                  <a:cubicBezTo>
                    <a:pt x="9271" y="18406"/>
                    <a:pt x="9332" y="18406"/>
                    <a:pt x="9362" y="18406"/>
                  </a:cubicBezTo>
                  <a:cubicBezTo>
                    <a:pt x="9423" y="18406"/>
                    <a:pt x="9514" y="18375"/>
                    <a:pt x="9544" y="18284"/>
                  </a:cubicBezTo>
                  <a:lnTo>
                    <a:pt x="10456" y="17007"/>
                  </a:lnTo>
                  <a:cubicBezTo>
                    <a:pt x="11520" y="15488"/>
                    <a:pt x="11824" y="13573"/>
                    <a:pt x="11338" y="11810"/>
                  </a:cubicBezTo>
                  <a:lnTo>
                    <a:pt x="12858" y="9561"/>
                  </a:lnTo>
                  <a:cubicBezTo>
                    <a:pt x="13709" y="8314"/>
                    <a:pt x="14225" y="6886"/>
                    <a:pt x="14286" y="5427"/>
                  </a:cubicBezTo>
                  <a:lnTo>
                    <a:pt x="14286" y="5366"/>
                  </a:lnTo>
                  <a:cubicBezTo>
                    <a:pt x="14317" y="4393"/>
                    <a:pt x="14225" y="3390"/>
                    <a:pt x="13861" y="2448"/>
                  </a:cubicBezTo>
                  <a:lnTo>
                    <a:pt x="14560" y="1475"/>
                  </a:lnTo>
                  <a:cubicBezTo>
                    <a:pt x="14621" y="1506"/>
                    <a:pt x="14712" y="1506"/>
                    <a:pt x="14773" y="1506"/>
                  </a:cubicBezTo>
                  <a:lnTo>
                    <a:pt x="14924" y="1506"/>
                  </a:lnTo>
                  <a:cubicBezTo>
                    <a:pt x="15137" y="1475"/>
                    <a:pt x="15320" y="1354"/>
                    <a:pt x="15441" y="1202"/>
                  </a:cubicBezTo>
                  <a:cubicBezTo>
                    <a:pt x="15532" y="1050"/>
                    <a:pt x="15593" y="807"/>
                    <a:pt x="15532" y="624"/>
                  </a:cubicBezTo>
                  <a:cubicBezTo>
                    <a:pt x="15502" y="442"/>
                    <a:pt x="15380" y="259"/>
                    <a:pt x="15228" y="138"/>
                  </a:cubicBezTo>
                  <a:cubicBezTo>
                    <a:pt x="15100" y="45"/>
                    <a:pt x="14949" y="1"/>
                    <a:pt x="14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9"/>
            <p:cNvSpPr/>
            <p:nvPr/>
          </p:nvSpPr>
          <p:spPr>
            <a:xfrm>
              <a:off x="1991200" y="2439600"/>
              <a:ext cx="101850" cy="90300"/>
            </a:xfrm>
            <a:custGeom>
              <a:avLst/>
              <a:gdLst/>
              <a:ahLst/>
              <a:cxnLst/>
              <a:rect l="l" t="t" r="r" b="b"/>
              <a:pathLst>
                <a:path w="4074" h="3612" extrusionOk="0">
                  <a:moveTo>
                    <a:pt x="2097" y="420"/>
                  </a:moveTo>
                  <a:cubicBezTo>
                    <a:pt x="2189" y="420"/>
                    <a:pt x="2280" y="420"/>
                    <a:pt x="2371" y="450"/>
                  </a:cubicBezTo>
                  <a:lnTo>
                    <a:pt x="2401" y="450"/>
                  </a:lnTo>
                  <a:cubicBezTo>
                    <a:pt x="2432" y="450"/>
                    <a:pt x="2492" y="480"/>
                    <a:pt x="2523" y="480"/>
                  </a:cubicBezTo>
                  <a:cubicBezTo>
                    <a:pt x="2553" y="480"/>
                    <a:pt x="2553" y="511"/>
                    <a:pt x="2584" y="511"/>
                  </a:cubicBezTo>
                  <a:cubicBezTo>
                    <a:pt x="2584" y="511"/>
                    <a:pt x="2644" y="572"/>
                    <a:pt x="2675" y="572"/>
                  </a:cubicBezTo>
                  <a:cubicBezTo>
                    <a:pt x="2705" y="602"/>
                    <a:pt x="2796" y="632"/>
                    <a:pt x="2827" y="663"/>
                  </a:cubicBezTo>
                  <a:cubicBezTo>
                    <a:pt x="3404" y="1119"/>
                    <a:pt x="3556" y="1939"/>
                    <a:pt x="3131" y="2547"/>
                  </a:cubicBezTo>
                  <a:cubicBezTo>
                    <a:pt x="3100" y="2608"/>
                    <a:pt x="3040" y="2639"/>
                    <a:pt x="2979" y="2730"/>
                  </a:cubicBezTo>
                  <a:cubicBezTo>
                    <a:pt x="2888" y="2851"/>
                    <a:pt x="2796" y="2882"/>
                    <a:pt x="2675" y="2942"/>
                  </a:cubicBezTo>
                  <a:cubicBezTo>
                    <a:pt x="2644" y="2942"/>
                    <a:pt x="2644" y="3003"/>
                    <a:pt x="2584" y="3003"/>
                  </a:cubicBezTo>
                  <a:cubicBezTo>
                    <a:pt x="2553" y="3003"/>
                    <a:pt x="2523" y="3034"/>
                    <a:pt x="2462" y="3034"/>
                  </a:cubicBezTo>
                  <a:cubicBezTo>
                    <a:pt x="2432" y="3064"/>
                    <a:pt x="2401" y="3064"/>
                    <a:pt x="2371" y="3064"/>
                  </a:cubicBezTo>
                  <a:cubicBezTo>
                    <a:pt x="2310" y="3094"/>
                    <a:pt x="2280" y="3094"/>
                    <a:pt x="2249" y="3094"/>
                  </a:cubicBezTo>
                  <a:lnTo>
                    <a:pt x="1824" y="3094"/>
                  </a:lnTo>
                  <a:cubicBezTo>
                    <a:pt x="1793" y="3064"/>
                    <a:pt x="1793" y="3064"/>
                    <a:pt x="1763" y="3064"/>
                  </a:cubicBezTo>
                  <a:cubicBezTo>
                    <a:pt x="1702" y="3064"/>
                    <a:pt x="1641" y="3064"/>
                    <a:pt x="1611" y="3034"/>
                  </a:cubicBezTo>
                  <a:cubicBezTo>
                    <a:pt x="1550" y="3003"/>
                    <a:pt x="1550" y="3003"/>
                    <a:pt x="1520" y="3003"/>
                  </a:cubicBezTo>
                  <a:lnTo>
                    <a:pt x="1307" y="2882"/>
                  </a:lnTo>
                  <a:cubicBezTo>
                    <a:pt x="699" y="2426"/>
                    <a:pt x="547" y="1635"/>
                    <a:pt x="1003" y="967"/>
                  </a:cubicBezTo>
                  <a:cubicBezTo>
                    <a:pt x="1277" y="602"/>
                    <a:pt x="1672" y="420"/>
                    <a:pt x="2097" y="420"/>
                  </a:cubicBezTo>
                  <a:close/>
                  <a:moveTo>
                    <a:pt x="2045" y="1"/>
                  </a:moveTo>
                  <a:cubicBezTo>
                    <a:pt x="1483" y="1"/>
                    <a:pt x="933" y="268"/>
                    <a:pt x="578" y="754"/>
                  </a:cubicBezTo>
                  <a:cubicBezTo>
                    <a:pt x="0" y="1544"/>
                    <a:pt x="182" y="2699"/>
                    <a:pt x="1033" y="3246"/>
                  </a:cubicBezTo>
                  <a:cubicBezTo>
                    <a:pt x="1337" y="3490"/>
                    <a:pt x="1672" y="3611"/>
                    <a:pt x="2067" y="3611"/>
                  </a:cubicBezTo>
                  <a:cubicBezTo>
                    <a:pt x="2158" y="3611"/>
                    <a:pt x="2249" y="3550"/>
                    <a:pt x="2371" y="3550"/>
                  </a:cubicBezTo>
                  <a:cubicBezTo>
                    <a:pt x="2827" y="3490"/>
                    <a:pt x="3252" y="3216"/>
                    <a:pt x="3496" y="2851"/>
                  </a:cubicBezTo>
                  <a:cubicBezTo>
                    <a:pt x="4073" y="2000"/>
                    <a:pt x="3891" y="906"/>
                    <a:pt x="3070" y="328"/>
                  </a:cubicBezTo>
                  <a:cubicBezTo>
                    <a:pt x="2754" y="106"/>
                    <a:pt x="2397" y="1"/>
                    <a:pt x="2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9"/>
            <p:cNvSpPr/>
            <p:nvPr/>
          </p:nvSpPr>
          <p:spPr>
            <a:xfrm>
              <a:off x="1796650" y="2744500"/>
              <a:ext cx="151250" cy="209400"/>
            </a:xfrm>
            <a:custGeom>
              <a:avLst/>
              <a:gdLst/>
              <a:ahLst/>
              <a:cxnLst/>
              <a:rect l="l" t="t" r="r" b="b"/>
              <a:pathLst>
                <a:path w="6050" h="8376" extrusionOk="0">
                  <a:moveTo>
                    <a:pt x="5757" y="0"/>
                  </a:moveTo>
                  <a:cubicBezTo>
                    <a:pt x="5671" y="0"/>
                    <a:pt x="5604" y="27"/>
                    <a:pt x="5563" y="108"/>
                  </a:cubicBezTo>
                  <a:lnTo>
                    <a:pt x="92" y="8011"/>
                  </a:lnTo>
                  <a:cubicBezTo>
                    <a:pt x="1" y="8133"/>
                    <a:pt x="31" y="8285"/>
                    <a:pt x="153" y="8346"/>
                  </a:cubicBezTo>
                  <a:cubicBezTo>
                    <a:pt x="183" y="8376"/>
                    <a:pt x="214" y="8376"/>
                    <a:pt x="305" y="8376"/>
                  </a:cubicBezTo>
                  <a:cubicBezTo>
                    <a:pt x="365" y="8376"/>
                    <a:pt x="457" y="8346"/>
                    <a:pt x="487" y="8285"/>
                  </a:cubicBezTo>
                  <a:lnTo>
                    <a:pt x="5958" y="382"/>
                  </a:lnTo>
                  <a:cubicBezTo>
                    <a:pt x="6049" y="260"/>
                    <a:pt x="6019" y="108"/>
                    <a:pt x="5898" y="17"/>
                  </a:cubicBezTo>
                  <a:cubicBezTo>
                    <a:pt x="5847" y="7"/>
                    <a:pt x="5800" y="0"/>
                    <a:pt x="5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9"/>
            <p:cNvSpPr/>
            <p:nvPr/>
          </p:nvSpPr>
          <p:spPr>
            <a:xfrm>
              <a:off x="1694075" y="2755550"/>
              <a:ext cx="175550" cy="247000"/>
            </a:xfrm>
            <a:custGeom>
              <a:avLst/>
              <a:gdLst/>
              <a:ahLst/>
              <a:cxnLst/>
              <a:rect l="l" t="t" r="r" b="b"/>
              <a:pathLst>
                <a:path w="7022" h="9880" extrusionOk="0">
                  <a:moveTo>
                    <a:pt x="6802" y="1"/>
                  </a:moveTo>
                  <a:cubicBezTo>
                    <a:pt x="6714" y="1"/>
                    <a:pt x="6627" y="41"/>
                    <a:pt x="6566" y="122"/>
                  </a:cubicBezTo>
                  <a:lnTo>
                    <a:pt x="92" y="9514"/>
                  </a:lnTo>
                  <a:cubicBezTo>
                    <a:pt x="0" y="9606"/>
                    <a:pt x="31" y="9758"/>
                    <a:pt x="152" y="9849"/>
                  </a:cubicBezTo>
                  <a:cubicBezTo>
                    <a:pt x="183" y="9879"/>
                    <a:pt x="243" y="9879"/>
                    <a:pt x="304" y="9879"/>
                  </a:cubicBezTo>
                  <a:cubicBezTo>
                    <a:pt x="395" y="9879"/>
                    <a:pt x="456" y="9849"/>
                    <a:pt x="487" y="9758"/>
                  </a:cubicBezTo>
                  <a:lnTo>
                    <a:pt x="6991" y="396"/>
                  </a:lnTo>
                  <a:cubicBezTo>
                    <a:pt x="7022" y="274"/>
                    <a:pt x="6991" y="122"/>
                    <a:pt x="6931" y="31"/>
                  </a:cubicBezTo>
                  <a:cubicBezTo>
                    <a:pt x="6890" y="11"/>
                    <a:pt x="6846" y="1"/>
                    <a:pt x="6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9"/>
            <p:cNvSpPr/>
            <p:nvPr/>
          </p:nvSpPr>
          <p:spPr>
            <a:xfrm>
              <a:off x="1791325" y="2693975"/>
              <a:ext cx="69175" cy="91250"/>
            </a:xfrm>
            <a:custGeom>
              <a:avLst/>
              <a:gdLst/>
              <a:ahLst/>
              <a:cxnLst/>
              <a:rect l="l" t="t" r="r" b="b"/>
              <a:pathLst>
                <a:path w="2767" h="3650" extrusionOk="0">
                  <a:moveTo>
                    <a:pt x="2480" y="0"/>
                  </a:moveTo>
                  <a:cubicBezTo>
                    <a:pt x="2397" y="0"/>
                    <a:pt x="2320" y="34"/>
                    <a:pt x="2281" y="93"/>
                  </a:cubicBezTo>
                  <a:lnTo>
                    <a:pt x="62" y="3254"/>
                  </a:lnTo>
                  <a:cubicBezTo>
                    <a:pt x="1" y="3376"/>
                    <a:pt x="31" y="3528"/>
                    <a:pt x="153" y="3619"/>
                  </a:cubicBezTo>
                  <a:cubicBezTo>
                    <a:pt x="183" y="3649"/>
                    <a:pt x="214" y="3649"/>
                    <a:pt x="305" y="3649"/>
                  </a:cubicBezTo>
                  <a:cubicBezTo>
                    <a:pt x="366" y="3649"/>
                    <a:pt x="457" y="3619"/>
                    <a:pt x="487" y="3528"/>
                  </a:cubicBezTo>
                  <a:lnTo>
                    <a:pt x="2676" y="366"/>
                  </a:lnTo>
                  <a:cubicBezTo>
                    <a:pt x="2767" y="245"/>
                    <a:pt x="2737" y="123"/>
                    <a:pt x="2615" y="32"/>
                  </a:cubicBezTo>
                  <a:cubicBezTo>
                    <a:pt x="2572" y="10"/>
                    <a:pt x="2525" y="0"/>
                    <a:pt x="24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9"/>
            <p:cNvSpPr/>
            <p:nvPr/>
          </p:nvSpPr>
          <p:spPr>
            <a:xfrm>
              <a:off x="1697100" y="2823950"/>
              <a:ext cx="63100" cy="83600"/>
            </a:xfrm>
            <a:custGeom>
              <a:avLst/>
              <a:gdLst/>
              <a:ahLst/>
              <a:cxnLst/>
              <a:rect l="l" t="t" r="r" b="b"/>
              <a:pathLst>
                <a:path w="2524" h="3344" extrusionOk="0">
                  <a:moveTo>
                    <a:pt x="2274" y="0"/>
                  </a:moveTo>
                  <a:cubicBezTo>
                    <a:pt x="2186" y="0"/>
                    <a:pt x="2098" y="41"/>
                    <a:pt x="2037" y="122"/>
                  </a:cubicBezTo>
                  <a:lnTo>
                    <a:pt x="62" y="2979"/>
                  </a:lnTo>
                  <a:cubicBezTo>
                    <a:pt x="1" y="3070"/>
                    <a:pt x="31" y="3222"/>
                    <a:pt x="153" y="3313"/>
                  </a:cubicBezTo>
                  <a:cubicBezTo>
                    <a:pt x="214" y="3313"/>
                    <a:pt x="274" y="3344"/>
                    <a:pt x="305" y="3344"/>
                  </a:cubicBezTo>
                  <a:cubicBezTo>
                    <a:pt x="366" y="3344"/>
                    <a:pt x="457" y="3313"/>
                    <a:pt x="487" y="3222"/>
                  </a:cubicBezTo>
                  <a:lnTo>
                    <a:pt x="2463" y="395"/>
                  </a:lnTo>
                  <a:cubicBezTo>
                    <a:pt x="2524" y="274"/>
                    <a:pt x="2493" y="122"/>
                    <a:pt x="2402" y="31"/>
                  </a:cubicBezTo>
                  <a:cubicBezTo>
                    <a:pt x="2362" y="10"/>
                    <a:pt x="2318" y="0"/>
                    <a:pt x="2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9"/>
            <p:cNvSpPr/>
            <p:nvPr/>
          </p:nvSpPr>
          <p:spPr>
            <a:xfrm>
              <a:off x="1702425" y="2719475"/>
              <a:ext cx="80575" cy="108300"/>
            </a:xfrm>
            <a:custGeom>
              <a:avLst/>
              <a:gdLst/>
              <a:ahLst/>
              <a:cxnLst/>
              <a:rect l="l" t="t" r="r" b="b"/>
              <a:pathLst>
                <a:path w="3223" h="4332" extrusionOk="0">
                  <a:moveTo>
                    <a:pt x="2967" y="0"/>
                  </a:moveTo>
                  <a:cubicBezTo>
                    <a:pt x="2881" y="0"/>
                    <a:pt x="2796" y="47"/>
                    <a:pt x="2736" y="106"/>
                  </a:cubicBezTo>
                  <a:lnTo>
                    <a:pt x="92" y="3936"/>
                  </a:lnTo>
                  <a:cubicBezTo>
                    <a:pt x="1" y="4058"/>
                    <a:pt x="61" y="4210"/>
                    <a:pt x="153" y="4301"/>
                  </a:cubicBezTo>
                  <a:cubicBezTo>
                    <a:pt x="213" y="4331"/>
                    <a:pt x="244" y="4331"/>
                    <a:pt x="305" y="4331"/>
                  </a:cubicBezTo>
                  <a:cubicBezTo>
                    <a:pt x="396" y="4331"/>
                    <a:pt x="457" y="4301"/>
                    <a:pt x="517" y="4210"/>
                  </a:cubicBezTo>
                  <a:lnTo>
                    <a:pt x="3162" y="380"/>
                  </a:lnTo>
                  <a:cubicBezTo>
                    <a:pt x="3223" y="258"/>
                    <a:pt x="3192" y="106"/>
                    <a:pt x="3101" y="45"/>
                  </a:cubicBezTo>
                  <a:cubicBezTo>
                    <a:pt x="3059" y="14"/>
                    <a:pt x="3013" y="0"/>
                    <a:pt x="2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earch Engine Ranking Project Proposal by Slidesgo">
  <a:themeElements>
    <a:clrScheme name="Simple Light">
      <a:dk1>
        <a:srgbClr val="0C528A"/>
      </a:dk1>
      <a:lt1>
        <a:srgbClr val="CBEEFC"/>
      </a:lt1>
      <a:dk2>
        <a:srgbClr val="4FC7E0"/>
      </a:dk2>
      <a:lt2>
        <a:srgbClr val="0D90AD"/>
      </a:lt2>
      <a:accent1>
        <a:srgbClr val="096B8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52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341</Words>
  <Application>Microsoft Office PowerPoint</Application>
  <PresentationFormat>On-screen Show (16:9)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Open Sans</vt:lpstr>
      <vt:lpstr>Fira Sans</vt:lpstr>
      <vt:lpstr>Arial</vt:lpstr>
      <vt:lpstr>Nunito Light</vt:lpstr>
      <vt:lpstr>Alexandria</vt:lpstr>
      <vt:lpstr>Search Engine Ranking Project Proposal by Slidesgo</vt:lpstr>
      <vt:lpstr>Information Retrieval (IR)</vt:lpstr>
      <vt:lpstr>Šta je Information Retrieval</vt:lpstr>
      <vt:lpstr>Primeri IR sistema</vt:lpstr>
      <vt:lpstr>Zašto je IR važan? </vt:lpstr>
      <vt:lpstr>Osnovni pojmovi u IR-u </vt:lpstr>
      <vt:lpstr>Arhitektura IR sistema</vt:lpstr>
      <vt:lpstr>Kako funkcioniše RI sistem?</vt:lpstr>
      <vt:lpstr>Evaluacija IR sistema 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Nikola Vidanovic [EXT]</cp:lastModifiedBy>
  <cp:revision>8</cp:revision>
  <dcterms:modified xsi:type="dcterms:W3CDTF">2026-01-27T16:45:04Z</dcterms:modified>
</cp:coreProperties>
</file>